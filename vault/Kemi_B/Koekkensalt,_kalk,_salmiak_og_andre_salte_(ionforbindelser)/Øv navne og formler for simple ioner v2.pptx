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8" r:id="rId16"/>
    <p:sldId id="270" r:id="rId17"/>
    <p:sldId id="271" r:id="rId18"/>
    <p:sldId id="272" r:id="rId19"/>
    <p:sldId id="273" r:id="rId20"/>
    <p:sldId id="279" r:id="rId21"/>
    <p:sldId id="280" r:id="rId22"/>
    <p:sldId id="274" r:id="rId23"/>
    <p:sldId id="275" r:id="rId24"/>
    <p:sldId id="276" r:id="rId25"/>
    <p:sldId id="277" r:id="rId26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9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3E5546-FB07-459B-95C7-7D7EB56EBC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CCC24ADB-81B9-4684-BF82-570C84A0B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5365F09-21E3-4F8F-B024-1D01778C6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DB459-76E9-4DF5-AAEA-6381C9CDC601}" type="datetimeFigureOut">
              <a:rPr lang="da-DK" smtClean="0"/>
              <a:t>05-12-2023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8925338-2177-4DA9-8B20-8A48136A8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D33965F6-3CD9-4267-BD06-33FC4D6A6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48D6-8774-4FE1-9ABC-3DF738B8750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65489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70068F-3E50-4C27-B599-B0D1C42A1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F1A25EC-9B49-435B-8E09-3D8119C4F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A92C5BA-A50C-4978-A279-6E8FFFFD9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DB459-76E9-4DF5-AAEA-6381C9CDC601}" type="datetimeFigureOut">
              <a:rPr lang="da-DK" smtClean="0"/>
              <a:t>05-12-2023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4BDA7BD-4F03-45DA-835D-0212D37C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06B989D-5130-4BAA-AA3F-7E3F46980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48D6-8774-4FE1-9ABC-3DF738B8750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1914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C4F90C-8333-431D-A11F-EEA5D8E99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9954D6D2-6364-453F-9B77-B43CC1E1B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1250927-2AC0-4553-A196-D68931AD2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DB459-76E9-4DF5-AAEA-6381C9CDC601}" type="datetimeFigureOut">
              <a:rPr lang="da-DK" smtClean="0"/>
              <a:t>05-12-2023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AC16ABE-084D-403F-A524-FBBA86FC0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B6AE33D-222C-4618-8114-8346ECBCB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48D6-8774-4FE1-9ABC-3DF738B8750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66692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94D776-E2DF-47FE-9A73-274602C59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D912BE3-5044-42EF-B0DB-E7F0D6FAC7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88195F2A-A7CE-4D63-8D2E-018BA93E1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130B1B3-7980-42AB-9FDA-2597E361E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DB459-76E9-4DF5-AAEA-6381C9CDC601}" type="datetimeFigureOut">
              <a:rPr lang="da-DK" smtClean="0"/>
              <a:t>05-12-2023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968B993-2C37-40B5-935C-09712D959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A47DC1A-504F-4CA3-8EF1-65EF6F99F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48D6-8774-4FE1-9ABC-3DF738B8750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79270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1357BF-59FB-479E-B663-2B96411E2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1BC01EC-C713-4428-ABFB-907594AC9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B138CAF7-B79D-4EA9-BF56-4482BBA3C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4BFECD01-9CBA-46B9-8697-53D385EBF8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0218FCA8-2974-40B0-AD68-42EE992E46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85CCCDF8-4AA2-4E9D-8CD5-0DF029424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DB459-76E9-4DF5-AAEA-6381C9CDC601}" type="datetimeFigureOut">
              <a:rPr lang="da-DK" smtClean="0"/>
              <a:t>05-12-2023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FA6C66F4-852B-4ADE-AF8E-1B74D7637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F9B23F97-3554-4FB1-BAD7-3C34B57FD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48D6-8774-4FE1-9ABC-3DF738B8750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34827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092CCE-0851-44A6-9C55-62882E49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564FFB6-7075-4C98-86A0-E75C14303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DB459-76E9-4DF5-AAEA-6381C9CDC601}" type="datetimeFigureOut">
              <a:rPr lang="da-DK" smtClean="0"/>
              <a:t>05-12-2023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E4B34DCF-3DF3-4D63-9776-5075E98F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CE85D9E6-1E86-4CA3-BC88-B5A1EB6B7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48D6-8774-4FE1-9ABC-3DF738B8750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21959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AA74CA94-DB67-4985-AC97-A8A532223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DB459-76E9-4DF5-AAEA-6381C9CDC601}" type="datetimeFigureOut">
              <a:rPr lang="da-DK" smtClean="0"/>
              <a:t>05-12-2023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CC0566CC-9AC0-41A7-A04B-7977748FE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C9A38C4-1F1B-4D4A-9D1E-C41C7BEA7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48D6-8774-4FE1-9ABC-3DF738B8750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7952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CBAC7D-0CBD-44C3-AAAA-FFEB7533F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96B19AC-E8E2-4D5A-8551-898A714B6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4EDBE8D3-B25F-461E-A429-1A7202B6B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EEBAB22-42A8-42A0-A040-4AD1A2DED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DB459-76E9-4DF5-AAEA-6381C9CDC601}" type="datetimeFigureOut">
              <a:rPr lang="da-DK" smtClean="0"/>
              <a:t>05-12-2023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266C1EB2-EE8C-4833-A8A3-7EFA95EF7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CBE50B7F-0A96-4F6E-AB3F-6218BD90A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48D6-8774-4FE1-9ABC-3DF738B8750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96936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19EC04-CD74-4919-87B3-47CCA040B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33C70D34-DE4E-4F37-A0E5-E41B5ACA5A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F0C8A5CB-54DE-4F48-9B09-E8575F953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387BAD5-F447-4ECF-99E4-DF00BF70F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DB459-76E9-4DF5-AAEA-6381C9CDC601}" type="datetimeFigureOut">
              <a:rPr lang="da-DK" smtClean="0"/>
              <a:t>05-12-2023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6208CA1-F255-4EF4-A9EE-B88F025A3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6FF1058F-997E-48F0-B72C-CB19E92D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48D6-8774-4FE1-9ABC-3DF738B8750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62439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57571A-1209-475B-BBDC-FDA9A9D59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6F138FDC-8E6C-43D4-91B4-E7DA37CA3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DDF08D6-3C52-47BF-BF75-719F3A628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DB459-76E9-4DF5-AAEA-6381C9CDC601}" type="datetimeFigureOut">
              <a:rPr lang="da-DK" smtClean="0"/>
              <a:t>05-12-2023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38D5498-D4C1-43B2-9699-B28B88286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99E9948-D02D-4559-A0D9-B0C4D203C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48D6-8774-4FE1-9ABC-3DF738B8750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48095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162F25F9-E5C2-429D-9F11-FE4D68E415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B25771C6-6154-419D-90DB-8C89A87A2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294D79E-C372-4494-8A30-D901D8BF5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DB459-76E9-4DF5-AAEA-6381C9CDC601}" type="datetimeFigureOut">
              <a:rPr lang="da-DK" smtClean="0"/>
              <a:t>05-12-2023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B579037-1ACB-4297-A5A5-78EB7E0EF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25A9A44-B837-4EC9-8140-1B78515A0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48D6-8774-4FE1-9ABC-3DF738B8750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83236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FF36FE8F-7C4B-4AE9-9623-AF74A067F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5DCFDA5-8591-423F-B55F-2C6601F6B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40D0269-D402-4C03-8E4B-628993EAEA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DB459-76E9-4DF5-AAEA-6381C9CDC601}" type="datetimeFigureOut">
              <a:rPr lang="da-DK" smtClean="0"/>
              <a:t>05-12-2023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5870E84-BC9C-419E-B5E9-0429016299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EF3ECAA-11BE-42EB-BC4D-BC4F690C8A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348D6-8774-4FE1-9ABC-3DF738B8750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02063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43359E-C934-45AE-A5FC-8E89DBEFD9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Navne og formler for simple ioner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B933A168-872F-4DE1-B2C6-5F03E9A298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69906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7F5AE-7AE5-4B8B-89C1-D5B879B9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91" y="22239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a-DK" sz="7200" dirty="0"/>
              <a:t>Navngiv ionen </a:t>
            </a:r>
            <a:r>
              <a:rPr lang="en-US" sz="7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US" sz="72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en-US" sz="7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da-DK" sz="4400" dirty="0"/>
            </a:b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876820C-3C6F-4F04-ACB0-B3C4F7DC3CE0}"/>
              </a:ext>
            </a:extLst>
          </p:cNvPr>
          <p:cNvSpPr txBox="1"/>
          <p:nvPr/>
        </p:nvSpPr>
        <p:spPr>
          <a:xfrm>
            <a:off x="4527030" y="520929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natrium-ion</a:t>
            </a:r>
            <a:endParaRPr lang="da-DK" sz="5400" dirty="0"/>
          </a:p>
        </p:txBody>
      </p:sp>
    </p:spTree>
    <p:extLst>
      <p:ext uri="{BB962C8B-B14F-4D97-AF65-F5344CB8AC3E}">
        <p14:creationId xmlns:p14="http://schemas.microsoft.com/office/powerpoint/2010/main" val="1554488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7F5AE-7AE5-4B8B-89C1-D5B879B9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91" y="22239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a-DK" sz="7200" dirty="0"/>
              <a:t>Navngiv ionen </a:t>
            </a:r>
            <a:r>
              <a:rPr lang="en-US" sz="7200" dirty="0">
                <a:latin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7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72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2+</a:t>
            </a:r>
            <a:r>
              <a:rPr lang="en-US" sz="7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da-DK" sz="4400" dirty="0"/>
            </a:b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876820C-3C6F-4F04-ACB0-B3C4F7DC3CE0}"/>
              </a:ext>
            </a:extLst>
          </p:cNvPr>
          <p:cNvSpPr txBox="1"/>
          <p:nvPr/>
        </p:nvSpPr>
        <p:spPr>
          <a:xfrm>
            <a:off x="4527030" y="520929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calcium</a:t>
            </a:r>
            <a:r>
              <a:rPr lang="en-US" sz="5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-ion</a:t>
            </a:r>
            <a:endParaRPr lang="da-DK" sz="5400" dirty="0"/>
          </a:p>
        </p:txBody>
      </p:sp>
    </p:spTree>
    <p:extLst>
      <p:ext uri="{BB962C8B-B14F-4D97-AF65-F5344CB8AC3E}">
        <p14:creationId xmlns:p14="http://schemas.microsoft.com/office/powerpoint/2010/main" val="385012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7F5AE-7AE5-4B8B-89C1-D5B879B9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91" y="22239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a-DK" sz="7200" dirty="0"/>
              <a:t>Navngiv ionen </a:t>
            </a:r>
            <a:r>
              <a:rPr lang="en-US" sz="7200" dirty="0">
                <a:latin typeface="Calibri" panose="020F0502020204030204" pitchFamily="34" charset="0"/>
                <a:cs typeface="Times New Roman" panose="02020603050405020304" pitchFamily="18" charset="0"/>
              </a:rPr>
              <a:t>Al</a:t>
            </a:r>
            <a:r>
              <a:rPr lang="en-US" sz="7200" baseline="30000" dirty="0">
                <a:latin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72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en-US" sz="7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da-DK" sz="4400" dirty="0"/>
            </a:b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876820C-3C6F-4F04-ACB0-B3C4F7DC3CE0}"/>
              </a:ext>
            </a:extLst>
          </p:cNvPr>
          <p:cNvSpPr txBox="1"/>
          <p:nvPr/>
        </p:nvSpPr>
        <p:spPr>
          <a:xfrm>
            <a:off x="4527030" y="520929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aluminium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5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ion</a:t>
            </a:r>
            <a:endParaRPr lang="da-DK" sz="5400" dirty="0"/>
          </a:p>
        </p:txBody>
      </p:sp>
    </p:spTree>
    <p:extLst>
      <p:ext uri="{BB962C8B-B14F-4D97-AF65-F5344CB8AC3E}">
        <p14:creationId xmlns:p14="http://schemas.microsoft.com/office/powerpoint/2010/main" val="232973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7F5AE-7AE5-4B8B-89C1-D5B879B9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91" y="22239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a-DK" sz="7200" dirty="0"/>
              <a:t>Navngiv ionen </a:t>
            </a:r>
            <a:r>
              <a:rPr lang="en-US" sz="7200" dirty="0">
                <a:latin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7200" baseline="30000" dirty="0">
                <a:latin typeface="Calibri" panose="020F0502020204030204" pitchFamily="34" charset="0"/>
                <a:cs typeface="Times New Roman" panose="02020603050405020304" pitchFamily="18" charset="0"/>
              </a:rPr>
              <a:t>3-</a:t>
            </a:r>
            <a:r>
              <a:rPr lang="en-US" sz="7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da-DK" sz="4400" dirty="0"/>
            </a:b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876820C-3C6F-4F04-ACB0-B3C4F7DC3CE0}"/>
              </a:ext>
            </a:extLst>
          </p:cNvPr>
          <p:cNvSpPr txBox="1"/>
          <p:nvPr/>
        </p:nvSpPr>
        <p:spPr>
          <a:xfrm>
            <a:off x="4527030" y="520929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nitr</a:t>
            </a:r>
            <a:r>
              <a:rPr lang="en-US" sz="5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5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ion</a:t>
            </a:r>
            <a:endParaRPr lang="da-DK" sz="5400" dirty="0"/>
          </a:p>
        </p:txBody>
      </p:sp>
    </p:spTree>
    <p:extLst>
      <p:ext uri="{BB962C8B-B14F-4D97-AF65-F5344CB8AC3E}">
        <p14:creationId xmlns:p14="http://schemas.microsoft.com/office/powerpoint/2010/main" val="1577238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7F5AE-7AE5-4B8B-89C1-D5B879B9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91" y="22239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a-DK" sz="7200" dirty="0"/>
              <a:t>Navngiv ionen </a:t>
            </a:r>
            <a:r>
              <a:rPr lang="en-US" sz="7200" dirty="0">
                <a:latin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7200" baseline="30000" dirty="0">
                <a:latin typeface="Calibri" panose="020F0502020204030204" pitchFamily="34" charset="0"/>
                <a:cs typeface="Times New Roman" panose="02020603050405020304" pitchFamily="18" charset="0"/>
              </a:rPr>
              <a:t>3-</a:t>
            </a:r>
            <a:r>
              <a:rPr lang="en-US" sz="7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da-DK" sz="4400" dirty="0"/>
            </a:b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876820C-3C6F-4F04-ACB0-B3C4F7DC3CE0}"/>
              </a:ext>
            </a:extLst>
          </p:cNvPr>
          <p:cNvSpPr txBox="1"/>
          <p:nvPr/>
        </p:nvSpPr>
        <p:spPr>
          <a:xfrm>
            <a:off x="4527030" y="520929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phosph</a:t>
            </a:r>
            <a:r>
              <a:rPr lang="en-US" sz="5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5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ion</a:t>
            </a:r>
            <a:endParaRPr lang="da-DK" sz="5400" dirty="0"/>
          </a:p>
        </p:txBody>
      </p:sp>
    </p:spTree>
    <p:extLst>
      <p:ext uri="{BB962C8B-B14F-4D97-AF65-F5344CB8AC3E}">
        <p14:creationId xmlns:p14="http://schemas.microsoft.com/office/powerpoint/2010/main" val="383269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7F5AE-7AE5-4B8B-89C1-D5B879B9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91" y="22239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a-DK" sz="7200" dirty="0"/>
              <a:t>Navngiv ionen </a:t>
            </a:r>
            <a:r>
              <a:rPr lang="en-US" sz="7200" dirty="0">
                <a:latin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7200" baseline="30000" dirty="0">
                <a:latin typeface="Calibri" panose="020F0502020204030204" pitchFamily="34" charset="0"/>
                <a:cs typeface="Times New Roman" panose="02020603050405020304" pitchFamily="18" charset="0"/>
              </a:rPr>
              <a:t>2-</a:t>
            </a:r>
            <a:r>
              <a:rPr lang="en-US" sz="7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da-DK" sz="4400" dirty="0"/>
            </a:b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876820C-3C6F-4F04-ACB0-B3C4F7DC3CE0}"/>
              </a:ext>
            </a:extLst>
          </p:cNvPr>
          <p:cNvSpPr txBox="1"/>
          <p:nvPr/>
        </p:nvSpPr>
        <p:spPr>
          <a:xfrm>
            <a:off x="4527030" y="520929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ox</a:t>
            </a:r>
            <a:r>
              <a:rPr lang="en-US" sz="5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5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ion</a:t>
            </a:r>
            <a:endParaRPr lang="da-DK" sz="5400" dirty="0"/>
          </a:p>
        </p:txBody>
      </p:sp>
    </p:spTree>
    <p:extLst>
      <p:ext uri="{BB962C8B-B14F-4D97-AF65-F5344CB8AC3E}">
        <p14:creationId xmlns:p14="http://schemas.microsoft.com/office/powerpoint/2010/main" val="2872809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7F5AE-7AE5-4B8B-89C1-D5B879B9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91" y="22239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a-DK" sz="7200" dirty="0"/>
              <a:t>Navngiv ionen </a:t>
            </a:r>
            <a:r>
              <a:rPr lang="en-US" sz="7200" dirty="0">
                <a:latin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7200" baseline="30000" dirty="0">
                <a:latin typeface="Calibri" panose="020F0502020204030204" pitchFamily="34" charset="0"/>
                <a:cs typeface="Times New Roman" panose="02020603050405020304" pitchFamily="18" charset="0"/>
              </a:rPr>
              <a:t>2-</a:t>
            </a:r>
            <a:r>
              <a:rPr lang="en-US" sz="7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da-DK" sz="4400" dirty="0"/>
            </a:b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876820C-3C6F-4F04-ACB0-B3C4F7DC3CE0}"/>
              </a:ext>
            </a:extLst>
          </p:cNvPr>
          <p:cNvSpPr txBox="1"/>
          <p:nvPr/>
        </p:nvSpPr>
        <p:spPr>
          <a:xfrm>
            <a:off x="4527030" y="520929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sulf</a:t>
            </a:r>
            <a:r>
              <a:rPr lang="en-US" sz="5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5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ion</a:t>
            </a:r>
            <a:endParaRPr lang="da-DK" sz="5400" dirty="0"/>
          </a:p>
        </p:txBody>
      </p:sp>
    </p:spTree>
    <p:extLst>
      <p:ext uri="{BB962C8B-B14F-4D97-AF65-F5344CB8AC3E}">
        <p14:creationId xmlns:p14="http://schemas.microsoft.com/office/powerpoint/2010/main" val="33596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7F5AE-7AE5-4B8B-89C1-D5B879B9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91" y="22239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a-DK" sz="7200" dirty="0"/>
              <a:t>Navngiv ionen </a:t>
            </a:r>
            <a:r>
              <a:rPr lang="en-US" sz="7200" dirty="0">
                <a:latin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7200" baseline="30000" dirty="0">
                <a:latin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7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da-DK" sz="4400" dirty="0"/>
            </a:b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876820C-3C6F-4F04-ACB0-B3C4F7DC3CE0}"/>
              </a:ext>
            </a:extLst>
          </p:cNvPr>
          <p:cNvSpPr txBox="1"/>
          <p:nvPr/>
        </p:nvSpPr>
        <p:spPr>
          <a:xfrm>
            <a:off x="4527030" y="520929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fluor</a:t>
            </a:r>
            <a:r>
              <a:rPr lang="en-US" sz="5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5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ion</a:t>
            </a:r>
            <a:endParaRPr lang="da-DK" sz="5400" dirty="0"/>
          </a:p>
        </p:txBody>
      </p:sp>
    </p:spTree>
    <p:extLst>
      <p:ext uri="{BB962C8B-B14F-4D97-AF65-F5344CB8AC3E}">
        <p14:creationId xmlns:p14="http://schemas.microsoft.com/office/powerpoint/2010/main" val="412860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7F5AE-7AE5-4B8B-89C1-D5B879B9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91" y="22239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a-DK" sz="7200" dirty="0"/>
              <a:t>Navngiv ionen </a:t>
            </a:r>
            <a:r>
              <a:rPr lang="en-US" sz="7200" dirty="0">
                <a:latin typeface="Calibri" panose="020F0502020204030204" pitchFamily="34" charset="0"/>
                <a:cs typeface="Times New Roman" panose="02020603050405020304" pitchFamily="18" charset="0"/>
              </a:rPr>
              <a:t>Cl</a:t>
            </a:r>
            <a:r>
              <a:rPr lang="en-US" sz="7200" baseline="30000" dirty="0">
                <a:latin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7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da-DK" sz="4400" dirty="0"/>
            </a:b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876820C-3C6F-4F04-ACB0-B3C4F7DC3CE0}"/>
              </a:ext>
            </a:extLst>
          </p:cNvPr>
          <p:cNvSpPr txBox="1"/>
          <p:nvPr/>
        </p:nvSpPr>
        <p:spPr>
          <a:xfrm>
            <a:off x="4527030" y="520929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chlor</a:t>
            </a:r>
            <a:r>
              <a:rPr lang="en-US" sz="5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5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ion</a:t>
            </a:r>
            <a:endParaRPr lang="da-DK" sz="5400" dirty="0"/>
          </a:p>
        </p:txBody>
      </p:sp>
    </p:spTree>
    <p:extLst>
      <p:ext uri="{BB962C8B-B14F-4D97-AF65-F5344CB8AC3E}">
        <p14:creationId xmlns:p14="http://schemas.microsoft.com/office/powerpoint/2010/main" val="1649679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7F5AE-7AE5-4B8B-89C1-D5B879B9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91" y="22239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a-DK" sz="7200" dirty="0"/>
              <a:t>Navngiv ionen </a:t>
            </a:r>
            <a:r>
              <a:rPr lang="en-US" sz="7200" dirty="0">
                <a:latin typeface="Calibri" panose="020F0502020204030204" pitchFamily="34" charset="0"/>
                <a:cs typeface="Times New Roman" panose="02020603050405020304" pitchFamily="18" charset="0"/>
              </a:rPr>
              <a:t>Br</a:t>
            </a:r>
            <a:r>
              <a:rPr lang="en-US" sz="7200" baseline="30000" dirty="0">
                <a:latin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7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da-DK" sz="4400" dirty="0"/>
            </a:b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876820C-3C6F-4F04-ACB0-B3C4F7DC3CE0}"/>
              </a:ext>
            </a:extLst>
          </p:cNvPr>
          <p:cNvSpPr txBox="1"/>
          <p:nvPr/>
        </p:nvSpPr>
        <p:spPr>
          <a:xfrm>
            <a:off x="4527030" y="520929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brom</a:t>
            </a:r>
            <a:r>
              <a:rPr lang="en-US" sz="5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5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ion</a:t>
            </a:r>
            <a:endParaRPr lang="da-DK" sz="5400" dirty="0"/>
          </a:p>
        </p:txBody>
      </p:sp>
    </p:spTree>
    <p:extLst>
      <p:ext uri="{BB962C8B-B14F-4D97-AF65-F5344CB8AC3E}">
        <p14:creationId xmlns:p14="http://schemas.microsoft.com/office/powerpoint/2010/main" val="2899845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7F5AE-7AE5-4B8B-89C1-D5B879B9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91" y="22239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a-DK" sz="7200" dirty="0"/>
              <a:t>Navngiv ionen </a:t>
            </a:r>
            <a:r>
              <a:rPr lang="en-US" sz="7200" dirty="0">
                <a:latin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7200" baseline="30000" dirty="0">
                <a:latin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7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da-DK" sz="4400" dirty="0"/>
            </a:b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876820C-3C6F-4F04-ACB0-B3C4F7DC3CE0}"/>
              </a:ext>
            </a:extLst>
          </p:cNvPr>
          <p:cNvSpPr txBox="1"/>
          <p:nvPr/>
        </p:nvSpPr>
        <p:spPr>
          <a:xfrm>
            <a:off x="4527030" y="520929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iod</a:t>
            </a:r>
            <a:r>
              <a:rPr lang="en-US" sz="5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5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ion</a:t>
            </a:r>
            <a:endParaRPr lang="da-DK" sz="5400" dirty="0"/>
          </a:p>
        </p:txBody>
      </p:sp>
    </p:spTree>
    <p:extLst>
      <p:ext uri="{BB962C8B-B14F-4D97-AF65-F5344CB8AC3E}">
        <p14:creationId xmlns:p14="http://schemas.microsoft.com/office/powerpoint/2010/main" val="1008826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7F5AE-7AE5-4B8B-89C1-D5B879B9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91" y="22239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a-DK" sz="7200" dirty="0"/>
              <a:t>Find formlen for </a:t>
            </a:r>
            <a:r>
              <a:rPr lang="da-DK" sz="7200" dirty="0" err="1"/>
              <a:t>iodid</a:t>
            </a:r>
            <a:r>
              <a:rPr lang="da-DK" sz="7200" dirty="0"/>
              <a:t>-ionen</a:t>
            </a:r>
            <a:br>
              <a:rPr lang="da-DK" sz="4400" dirty="0"/>
            </a:b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876820C-3C6F-4F04-ACB0-B3C4F7DC3CE0}"/>
              </a:ext>
            </a:extLst>
          </p:cNvPr>
          <p:cNvSpPr txBox="1"/>
          <p:nvPr/>
        </p:nvSpPr>
        <p:spPr>
          <a:xfrm>
            <a:off x="4527030" y="520929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5400" dirty="0"/>
              <a:t> </a:t>
            </a:r>
            <a:r>
              <a:rPr lang="en-US" sz="5400" dirty="0">
                <a:latin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5400" baseline="30000" dirty="0">
                <a:latin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5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da-DK" sz="5400" dirty="0"/>
          </a:p>
        </p:txBody>
      </p:sp>
    </p:spTree>
    <p:extLst>
      <p:ext uri="{BB962C8B-B14F-4D97-AF65-F5344CB8AC3E}">
        <p14:creationId xmlns:p14="http://schemas.microsoft.com/office/powerpoint/2010/main" val="3711435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7F5AE-7AE5-4B8B-89C1-D5B879B9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91" y="22239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a-DK" sz="7200" dirty="0"/>
              <a:t>Find formlen for calcium-ionen</a:t>
            </a:r>
            <a:br>
              <a:rPr lang="da-DK" sz="4400" dirty="0"/>
            </a:b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876820C-3C6F-4F04-ACB0-B3C4F7DC3CE0}"/>
              </a:ext>
            </a:extLst>
          </p:cNvPr>
          <p:cNvSpPr txBox="1"/>
          <p:nvPr/>
        </p:nvSpPr>
        <p:spPr>
          <a:xfrm>
            <a:off x="4527030" y="520929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5400" dirty="0"/>
              <a:t> </a:t>
            </a:r>
            <a:r>
              <a:rPr lang="en-US" sz="5400" dirty="0">
                <a:latin typeface="Calibri" panose="020F0502020204030204" pitchFamily="34" charset="0"/>
                <a:cs typeface="Times New Roman" panose="02020603050405020304" pitchFamily="18" charset="0"/>
              </a:rPr>
              <a:t>Ca</a:t>
            </a:r>
            <a:r>
              <a:rPr lang="en-US" sz="5400" baseline="30000" dirty="0">
                <a:latin typeface="Calibri" panose="020F0502020204030204" pitchFamily="34" charset="0"/>
                <a:cs typeface="Times New Roman" panose="02020603050405020304" pitchFamily="18" charset="0"/>
              </a:rPr>
              <a:t>2+</a:t>
            </a:r>
            <a:r>
              <a:rPr lang="en-US" sz="5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da-DK" sz="5400" dirty="0"/>
          </a:p>
        </p:txBody>
      </p:sp>
    </p:spTree>
    <p:extLst>
      <p:ext uri="{BB962C8B-B14F-4D97-AF65-F5344CB8AC3E}">
        <p14:creationId xmlns:p14="http://schemas.microsoft.com/office/powerpoint/2010/main" val="77158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7F5AE-7AE5-4B8B-89C1-D5B879B9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91" y="22239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a-DK" sz="7200" dirty="0"/>
              <a:t>Find formlen for bromid-ionen</a:t>
            </a:r>
            <a:br>
              <a:rPr lang="da-DK" sz="4400" dirty="0"/>
            </a:b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876820C-3C6F-4F04-ACB0-B3C4F7DC3CE0}"/>
              </a:ext>
            </a:extLst>
          </p:cNvPr>
          <p:cNvSpPr txBox="1"/>
          <p:nvPr/>
        </p:nvSpPr>
        <p:spPr>
          <a:xfrm>
            <a:off x="4207240" y="523427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5400" dirty="0"/>
              <a:t> </a:t>
            </a:r>
            <a:r>
              <a:rPr lang="en-US" sz="5400" dirty="0">
                <a:latin typeface="Calibri" panose="020F0502020204030204" pitchFamily="34" charset="0"/>
                <a:cs typeface="Times New Roman" panose="02020603050405020304" pitchFamily="18" charset="0"/>
              </a:rPr>
              <a:t>Br</a:t>
            </a:r>
            <a:r>
              <a:rPr lang="en-US" sz="5400" baseline="30000" dirty="0">
                <a:latin typeface="Calibri" panose="020F0502020204030204" pitchFamily="34" charset="0"/>
                <a:cs typeface="Times New Roman" panose="02020603050405020304" pitchFamily="18" charset="0"/>
              </a:rPr>
              <a:t>-</a:t>
            </a:r>
            <a:endParaRPr lang="da-DK" sz="5400" baseline="30000" dirty="0"/>
          </a:p>
        </p:txBody>
      </p:sp>
    </p:spTree>
    <p:extLst>
      <p:ext uri="{BB962C8B-B14F-4D97-AF65-F5344CB8AC3E}">
        <p14:creationId xmlns:p14="http://schemas.microsoft.com/office/powerpoint/2010/main" val="3481000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7F5AE-7AE5-4B8B-89C1-D5B879B9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91" y="22239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a-DK" sz="7200" dirty="0"/>
              <a:t>Find formlen for natrium-ionen</a:t>
            </a:r>
            <a:br>
              <a:rPr lang="da-DK" sz="4400" dirty="0"/>
            </a:b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876820C-3C6F-4F04-ACB0-B3C4F7DC3CE0}"/>
              </a:ext>
            </a:extLst>
          </p:cNvPr>
          <p:cNvSpPr txBox="1"/>
          <p:nvPr/>
        </p:nvSpPr>
        <p:spPr>
          <a:xfrm>
            <a:off x="4527030" y="520929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5400" dirty="0"/>
              <a:t> </a:t>
            </a:r>
            <a:r>
              <a:rPr lang="en-US" sz="5400" dirty="0">
                <a:latin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US" sz="5400" baseline="30000" dirty="0">
                <a:latin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en-US" sz="5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da-DK" sz="5400" dirty="0"/>
          </a:p>
        </p:txBody>
      </p:sp>
    </p:spTree>
    <p:extLst>
      <p:ext uri="{BB962C8B-B14F-4D97-AF65-F5344CB8AC3E}">
        <p14:creationId xmlns:p14="http://schemas.microsoft.com/office/powerpoint/2010/main" val="4130466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7F5AE-7AE5-4B8B-89C1-D5B879B9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91" y="22239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a-DK" sz="7200" dirty="0"/>
              <a:t>Find formlen for oxid-ionen</a:t>
            </a:r>
            <a:br>
              <a:rPr lang="da-DK" sz="4400" dirty="0"/>
            </a:b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876820C-3C6F-4F04-ACB0-B3C4F7DC3CE0}"/>
              </a:ext>
            </a:extLst>
          </p:cNvPr>
          <p:cNvSpPr txBox="1"/>
          <p:nvPr/>
        </p:nvSpPr>
        <p:spPr>
          <a:xfrm>
            <a:off x="4527030" y="520929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5400" dirty="0"/>
              <a:t> </a:t>
            </a:r>
            <a:r>
              <a:rPr lang="en-US" sz="5400" dirty="0">
                <a:latin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5400" baseline="30000" dirty="0">
                <a:latin typeface="Calibri" panose="020F0502020204030204" pitchFamily="34" charset="0"/>
                <a:cs typeface="Times New Roman" panose="02020603050405020304" pitchFamily="18" charset="0"/>
              </a:rPr>
              <a:t>2-</a:t>
            </a:r>
            <a:r>
              <a:rPr lang="en-US" sz="5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da-DK" sz="5400" dirty="0"/>
          </a:p>
        </p:txBody>
      </p:sp>
    </p:spTree>
    <p:extLst>
      <p:ext uri="{BB962C8B-B14F-4D97-AF65-F5344CB8AC3E}">
        <p14:creationId xmlns:p14="http://schemas.microsoft.com/office/powerpoint/2010/main" val="2723897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7F5AE-7AE5-4B8B-89C1-D5B879B9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91" y="22239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a-DK" sz="7200" dirty="0"/>
              <a:t>Find formlen for </a:t>
            </a:r>
            <a:r>
              <a:rPr lang="da-DK" sz="7200" dirty="0" err="1"/>
              <a:t>phosphid</a:t>
            </a:r>
            <a:r>
              <a:rPr lang="da-DK" sz="7200" dirty="0"/>
              <a:t>-ionen</a:t>
            </a:r>
            <a:br>
              <a:rPr lang="da-DK" sz="4400" dirty="0"/>
            </a:b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876820C-3C6F-4F04-ACB0-B3C4F7DC3CE0}"/>
              </a:ext>
            </a:extLst>
          </p:cNvPr>
          <p:cNvSpPr txBox="1"/>
          <p:nvPr/>
        </p:nvSpPr>
        <p:spPr>
          <a:xfrm>
            <a:off x="4527030" y="520929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5400" dirty="0"/>
              <a:t> </a:t>
            </a:r>
            <a:r>
              <a:rPr lang="en-US" sz="5400" dirty="0">
                <a:latin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5400" baseline="30000" dirty="0">
                <a:latin typeface="Calibri" panose="020F0502020204030204" pitchFamily="34" charset="0"/>
                <a:cs typeface="Times New Roman" panose="02020603050405020304" pitchFamily="18" charset="0"/>
              </a:rPr>
              <a:t>3-</a:t>
            </a:r>
            <a:r>
              <a:rPr lang="en-US" sz="5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da-DK" sz="5400" dirty="0"/>
          </a:p>
        </p:txBody>
      </p:sp>
    </p:spTree>
    <p:extLst>
      <p:ext uri="{BB962C8B-B14F-4D97-AF65-F5344CB8AC3E}">
        <p14:creationId xmlns:p14="http://schemas.microsoft.com/office/powerpoint/2010/main" val="3821075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7F5AE-7AE5-4B8B-89C1-D5B879B9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91" y="22239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a-DK" sz="7200" dirty="0"/>
              <a:t>Find formlen for sulfid-ionen</a:t>
            </a:r>
            <a:br>
              <a:rPr lang="da-DK" sz="4400" dirty="0"/>
            </a:b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876820C-3C6F-4F04-ACB0-B3C4F7DC3CE0}"/>
              </a:ext>
            </a:extLst>
          </p:cNvPr>
          <p:cNvSpPr txBox="1"/>
          <p:nvPr/>
        </p:nvSpPr>
        <p:spPr>
          <a:xfrm>
            <a:off x="4527030" y="520929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5400" dirty="0"/>
              <a:t> </a:t>
            </a:r>
            <a:r>
              <a:rPr lang="en-US" sz="5400" dirty="0">
                <a:latin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5400" baseline="30000" dirty="0">
                <a:latin typeface="Calibri" panose="020F0502020204030204" pitchFamily="34" charset="0"/>
                <a:cs typeface="Times New Roman" panose="02020603050405020304" pitchFamily="18" charset="0"/>
              </a:rPr>
              <a:t>2-</a:t>
            </a:r>
            <a:r>
              <a:rPr lang="en-US" sz="5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da-DK" sz="5400" dirty="0"/>
          </a:p>
        </p:txBody>
      </p:sp>
    </p:spTree>
    <p:extLst>
      <p:ext uri="{BB962C8B-B14F-4D97-AF65-F5344CB8AC3E}">
        <p14:creationId xmlns:p14="http://schemas.microsoft.com/office/powerpoint/2010/main" val="2416984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7F5AE-7AE5-4B8B-89C1-D5B879B9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91" y="22239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a-DK" sz="7200" dirty="0"/>
              <a:t>Find formlen for </a:t>
            </a:r>
            <a:r>
              <a:rPr lang="da-DK" sz="7200" dirty="0" err="1"/>
              <a:t>iodid</a:t>
            </a:r>
            <a:r>
              <a:rPr lang="da-DK" sz="7200" dirty="0"/>
              <a:t>-ionen</a:t>
            </a:r>
            <a:br>
              <a:rPr lang="da-DK" sz="4400" dirty="0"/>
            </a:b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876820C-3C6F-4F04-ACB0-B3C4F7DC3CE0}"/>
              </a:ext>
            </a:extLst>
          </p:cNvPr>
          <p:cNvSpPr txBox="1"/>
          <p:nvPr/>
        </p:nvSpPr>
        <p:spPr>
          <a:xfrm>
            <a:off x="4207240" y="523427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5400" dirty="0"/>
              <a:t> </a:t>
            </a:r>
            <a:r>
              <a:rPr lang="en-US" sz="5400" dirty="0">
                <a:latin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5400" baseline="30000" dirty="0">
                <a:latin typeface="Calibri" panose="020F0502020204030204" pitchFamily="34" charset="0"/>
                <a:cs typeface="Times New Roman" panose="02020603050405020304" pitchFamily="18" charset="0"/>
              </a:rPr>
              <a:t>-</a:t>
            </a:r>
            <a:endParaRPr lang="da-DK" sz="5400" baseline="30000" dirty="0"/>
          </a:p>
        </p:txBody>
      </p:sp>
    </p:spTree>
    <p:extLst>
      <p:ext uri="{BB962C8B-B14F-4D97-AF65-F5344CB8AC3E}">
        <p14:creationId xmlns:p14="http://schemas.microsoft.com/office/powerpoint/2010/main" val="1894312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7F5AE-7AE5-4B8B-89C1-D5B879B9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91" y="22239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a-DK" sz="7200" dirty="0"/>
              <a:t>Find formlen for fluorid-ionen</a:t>
            </a:r>
            <a:br>
              <a:rPr lang="da-DK" sz="4400" dirty="0"/>
            </a:b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876820C-3C6F-4F04-ACB0-B3C4F7DC3CE0}"/>
              </a:ext>
            </a:extLst>
          </p:cNvPr>
          <p:cNvSpPr txBox="1"/>
          <p:nvPr/>
        </p:nvSpPr>
        <p:spPr>
          <a:xfrm>
            <a:off x="4207240" y="523427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5400" dirty="0"/>
              <a:t> </a:t>
            </a:r>
            <a:r>
              <a:rPr lang="en-US" sz="5400" dirty="0">
                <a:latin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5400" baseline="30000" dirty="0">
                <a:latin typeface="Calibri" panose="020F0502020204030204" pitchFamily="34" charset="0"/>
                <a:cs typeface="Times New Roman" panose="02020603050405020304" pitchFamily="18" charset="0"/>
              </a:rPr>
              <a:t>-</a:t>
            </a:r>
            <a:endParaRPr lang="da-DK" sz="5400" baseline="30000" dirty="0"/>
          </a:p>
        </p:txBody>
      </p:sp>
    </p:spTree>
    <p:extLst>
      <p:ext uri="{BB962C8B-B14F-4D97-AF65-F5344CB8AC3E}">
        <p14:creationId xmlns:p14="http://schemas.microsoft.com/office/powerpoint/2010/main" val="4104105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7F5AE-7AE5-4B8B-89C1-D5B879B9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91" y="22239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a-DK" sz="7200" dirty="0"/>
              <a:t>Find formlen for </a:t>
            </a:r>
            <a:r>
              <a:rPr lang="da-DK" sz="7200" dirty="0" err="1"/>
              <a:t>nitrid</a:t>
            </a:r>
            <a:r>
              <a:rPr lang="da-DK" sz="7200" dirty="0"/>
              <a:t>-ionen</a:t>
            </a:r>
            <a:br>
              <a:rPr lang="da-DK" sz="4400" dirty="0"/>
            </a:b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876820C-3C6F-4F04-ACB0-B3C4F7DC3CE0}"/>
              </a:ext>
            </a:extLst>
          </p:cNvPr>
          <p:cNvSpPr txBox="1"/>
          <p:nvPr/>
        </p:nvSpPr>
        <p:spPr>
          <a:xfrm>
            <a:off x="4527030" y="520929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5400" dirty="0"/>
              <a:t> </a:t>
            </a:r>
            <a:r>
              <a:rPr lang="en-US" sz="5400" dirty="0">
                <a:latin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5400" baseline="30000" dirty="0">
                <a:latin typeface="Calibri" panose="020F0502020204030204" pitchFamily="34" charset="0"/>
                <a:cs typeface="Times New Roman" panose="02020603050405020304" pitchFamily="18" charset="0"/>
              </a:rPr>
              <a:t>3-</a:t>
            </a:r>
            <a:r>
              <a:rPr lang="en-US" sz="5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da-DK" sz="5400" dirty="0"/>
          </a:p>
        </p:txBody>
      </p:sp>
    </p:spTree>
    <p:extLst>
      <p:ext uri="{BB962C8B-B14F-4D97-AF65-F5344CB8AC3E}">
        <p14:creationId xmlns:p14="http://schemas.microsoft.com/office/powerpoint/2010/main" val="3901624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7F5AE-7AE5-4B8B-89C1-D5B879B9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91" y="22239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a-DK" sz="7200" dirty="0"/>
              <a:t>Find formlen for kalium-ionen</a:t>
            </a:r>
            <a:br>
              <a:rPr lang="da-DK" sz="4400" dirty="0"/>
            </a:b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876820C-3C6F-4F04-ACB0-B3C4F7DC3CE0}"/>
              </a:ext>
            </a:extLst>
          </p:cNvPr>
          <p:cNvSpPr txBox="1"/>
          <p:nvPr/>
        </p:nvSpPr>
        <p:spPr>
          <a:xfrm>
            <a:off x="4207240" y="523427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5400" dirty="0"/>
              <a:t> </a:t>
            </a:r>
            <a:r>
              <a:rPr lang="en-US" sz="5400" dirty="0">
                <a:latin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US" sz="5400" baseline="30000" dirty="0">
                <a:latin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en-US" sz="5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da-DK" sz="5400" dirty="0"/>
          </a:p>
        </p:txBody>
      </p:sp>
    </p:spTree>
    <p:extLst>
      <p:ext uri="{BB962C8B-B14F-4D97-AF65-F5344CB8AC3E}">
        <p14:creationId xmlns:p14="http://schemas.microsoft.com/office/powerpoint/2010/main" val="872025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7F5AE-7AE5-4B8B-89C1-D5B879B9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91" y="22239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a-DK" sz="7200" dirty="0"/>
              <a:t>Find formlen for bromid-ionen</a:t>
            </a:r>
            <a:br>
              <a:rPr lang="da-DK" sz="4400" dirty="0"/>
            </a:b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876820C-3C6F-4F04-ACB0-B3C4F7DC3CE0}"/>
              </a:ext>
            </a:extLst>
          </p:cNvPr>
          <p:cNvSpPr txBox="1"/>
          <p:nvPr/>
        </p:nvSpPr>
        <p:spPr>
          <a:xfrm>
            <a:off x="4207240" y="523427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5400" dirty="0"/>
              <a:t> </a:t>
            </a:r>
            <a:r>
              <a:rPr lang="en-US" sz="5400" dirty="0">
                <a:latin typeface="Calibri" panose="020F0502020204030204" pitchFamily="34" charset="0"/>
                <a:cs typeface="Times New Roman" panose="02020603050405020304" pitchFamily="18" charset="0"/>
              </a:rPr>
              <a:t>Br</a:t>
            </a:r>
            <a:r>
              <a:rPr lang="en-US" sz="5400" baseline="30000" dirty="0">
                <a:latin typeface="Calibri" panose="020F0502020204030204" pitchFamily="34" charset="0"/>
                <a:cs typeface="Times New Roman" panose="02020603050405020304" pitchFamily="18" charset="0"/>
              </a:rPr>
              <a:t>-</a:t>
            </a:r>
            <a:endParaRPr lang="da-DK" sz="5400" baseline="30000" dirty="0"/>
          </a:p>
        </p:txBody>
      </p:sp>
    </p:spTree>
    <p:extLst>
      <p:ext uri="{BB962C8B-B14F-4D97-AF65-F5344CB8AC3E}">
        <p14:creationId xmlns:p14="http://schemas.microsoft.com/office/powerpoint/2010/main" val="4150243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7F5AE-7AE5-4B8B-89C1-D5B879B9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91" y="22239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a-DK" sz="7200" dirty="0"/>
              <a:t>Find formlen for </a:t>
            </a:r>
            <a:r>
              <a:rPr lang="da-DK" sz="7200" dirty="0" err="1"/>
              <a:t>chlorid</a:t>
            </a:r>
            <a:r>
              <a:rPr lang="da-DK" sz="7200" dirty="0"/>
              <a:t>-ionen</a:t>
            </a:r>
            <a:br>
              <a:rPr lang="da-DK" sz="4400" dirty="0"/>
            </a:b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876820C-3C6F-4F04-ACB0-B3C4F7DC3CE0}"/>
              </a:ext>
            </a:extLst>
          </p:cNvPr>
          <p:cNvSpPr txBox="1"/>
          <p:nvPr/>
        </p:nvSpPr>
        <p:spPr>
          <a:xfrm>
            <a:off x="4207240" y="523427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5400" dirty="0"/>
              <a:t> </a:t>
            </a:r>
            <a:r>
              <a:rPr lang="en-US" sz="5400" dirty="0">
                <a:latin typeface="Calibri" panose="020F0502020204030204" pitchFamily="34" charset="0"/>
                <a:cs typeface="Times New Roman" panose="02020603050405020304" pitchFamily="18" charset="0"/>
              </a:rPr>
              <a:t>Cl</a:t>
            </a:r>
            <a:r>
              <a:rPr lang="en-US" sz="5400" baseline="30000" dirty="0">
                <a:latin typeface="Calibri" panose="020F0502020204030204" pitchFamily="34" charset="0"/>
                <a:cs typeface="Times New Roman" panose="02020603050405020304" pitchFamily="18" charset="0"/>
              </a:rPr>
              <a:t>-</a:t>
            </a:r>
            <a:endParaRPr lang="da-DK" sz="5400" baseline="30000" dirty="0"/>
          </a:p>
        </p:txBody>
      </p:sp>
    </p:spTree>
    <p:extLst>
      <p:ext uri="{BB962C8B-B14F-4D97-AF65-F5344CB8AC3E}">
        <p14:creationId xmlns:p14="http://schemas.microsoft.com/office/powerpoint/2010/main" val="292609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158</Words>
  <Application>Microsoft Office PowerPoint</Application>
  <PresentationFormat>Widescreen</PresentationFormat>
  <Paragraphs>49</Paragraphs>
  <Slides>25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Office-tema</vt:lpstr>
      <vt:lpstr>Navne og formler for simple ioner</vt:lpstr>
      <vt:lpstr>Navngiv ionen Na+  </vt:lpstr>
      <vt:lpstr>Navngiv ionen Ca2+  </vt:lpstr>
      <vt:lpstr>Navngiv ionen Al3+  </vt:lpstr>
      <vt:lpstr>Navngiv ionen N3-  </vt:lpstr>
      <vt:lpstr>Navngiv ionen P3-  </vt:lpstr>
      <vt:lpstr>Navngiv ionen O2-  </vt:lpstr>
      <vt:lpstr>Navngiv ionen S2-  </vt:lpstr>
      <vt:lpstr>Navngiv ionen F-  </vt:lpstr>
      <vt:lpstr>Navngiv ionen Cl-  </vt:lpstr>
      <vt:lpstr>Navngiv ionen Br-  </vt:lpstr>
      <vt:lpstr>Navngiv ionen I-  </vt:lpstr>
      <vt:lpstr>Find formlen for iodid-ionen </vt:lpstr>
      <vt:lpstr>Find formlen for calcium-ionen </vt:lpstr>
      <vt:lpstr>Find formlen for bromid-ionen </vt:lpstr>
      <vt:lpstr>Find formlen for natrium-ionen </vt:lpstr>
      <vt:lpstr>Find formlen for oxid-ionen </vt:lpstr>
      <vt:lpstr>Find formlen for phosphid-ionen </vt:lpstr>
      <vt:lpstr>Find formlen for sulfid-ionen </vt:lpstr>
      <vt:lpstr>Find formlen for iodid-ionen </vt:lpstr>
      <vt:lpstr>Find formlen for fluorid-ionen </vt:lpstr>
      <vt:lpstr>Find formlen for nitrid-ionen </vt:lpstr>
      <vt:lpstr>Find formlen for kalium-ionen </vt:lpstr>
      <vt:lpstr>Find formlen for bromid-ionen </vt:lpstr>
      <vt:lpstr>Find formlen for chlorid-ionen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Navne og formler for simple ioner</dc:title>
  <dc:creator>Charlotte Lena Boesen</dc:creator>
  <cp:lastModifiedBy>Charlotte Lena Boesen</cp:lastModifiedBy>
  <cp:revision>3</cp:revision>
  <dcterms:created xsi:type="dcterms:W3CDTF">2021-11-14T13:59:28Z</dcterms:created>
  <dcterms:modified xsi:type="dcterms:W3CDTF">2023-12-05T07:42:56Z</dcterms:modified>
</cp:coreProperties>
</file>