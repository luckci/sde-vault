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87" r:id="rId11"/>
    <p:sldId id="265" r:id="rId12"/>
    <p:sldId id="266" r:id="rId13"/>
    <p:sldId id="267" r:id="rId14"/>
    <p:sldId id="289" r:id="rId15"/>
    <p:sldId id="290" r:id="rId16"/>
    <p:sldId id="291" r:id="rId17"/>
    <p:sldId id="292" r:id="rId18"/>
    <p:sldId id="293" r:id="rId19"/>
    <p:sldId id="294" r:id="rId20"/>
    <p:sldId id="297" r:id="rId21"/>
    <p:sldId id="296" r:id="rId22"/>
    <p:sldId id="295" r:id="rId23"/>
    <p:sldId id="268" r:id="rId24"/>
    <p:sldId id="301" r:id="rId25"/>
    <p:sldId id="302" r:id="rId26"/>
    <p:sldId id="306" r:id="rId27"/>
    <p:sldId id="305" r:id="rId28"/>
    <p:sldId id="304" r:id="rId29"/>
    <p:sldId id="303" r:id="rId30"/>
    <p:sldId id="300" r:id="rId31"/>
    <p:sldId id="299" r:id="rId32"/>
    <p:sldId id="298" r:id="rId33"/>
    <p:sldId id="272" r:id="rId34"/>
    <p:sldId id="269" r:id="rId35"/>
    <p:sldId id="270" r:id="rId36"/>
    <p:sldId id="271" r:id="rId37"/>
    <p:sldId id="273" r:id="rId38"/>
    <p:sldId id="275" r:id="rId39"/>
    <p:sldId id="274" r:id="rId40"/>
    <p:sldId id="313" r:id="rId41"/>
    <p:sldId id="277" r:id="rId42"/>
    <p:sldId id="307" r:id="rId43"/>
    <p:sldId id="308" r:id="rId44"/>
    <p:sldId id="311" r:id="rId45"/>
    <p:sldId id="314" r:id="rId46"/>
    <p:sldId id="286" r:id="rId47"/>
    <p:sldId id="321" r:id="rId48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C84"/>
    <a:srgbClr val="C6FC9E"/>
    <a:srgbClr val="E5C3BD"/>
    <a:srgbClr val="FCAAE1"/>
    <a:srgbClr val="DFCEFE"/>
    <a:srgbClr val="B75949"/>
    <a:srgbClr val="6FF808"/>
    <a:srgbClr val="F50BA7"/>
    <a:srgbClr val="F2F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08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6746 121 3712,'-2'0'101,"-13"-4"939,14 4-993,0 0-1,1-1 1,-1 1 0,1-1-1,-1 1 1,1-1-1,-1 1 1,1-1 0,-1 1-1,1-1 1,0 1-1,-1-1 1,1 0 0,0 1-1,-1-1 1,1 0-1,0 1 1,0-2-1,-1 1-49,0 0-1,0 0 1,1-1-1,-1 1 1,0 0-1,0 0 1,0 0-1,0 1 0,0-1 1,0 0-1,-1 0 1,1 1-1,0-1 1,0 0-1,0 1 0,-1-1 1,1 1-1,0 0 1,-1-1-1,1 1 1,-3 0-1,-8-4 2,5 1 71,-2-2 89,0 1 0,-1 0 0,1 1 0,-16-4 0,-3 2 567,-55-3 1,-85 0 751,-13 3-426,12-7-536,58 3-262,90 7-262,-215-8-52,-1 13 205,116 2 56,-80 8 11,101 3-159,1 3-1,-107 37 1,72-12-66,-287 89-52,216-62 23,134-42 39,-134 61 13,120-47 27,-106 50-136,91-49 58,-6 16 15,28-15 22,-165 76 5,-75 43 0,48 5 0,150-95-20,-43 25-46,-182 120 56,251-149-18,-140 99-62,187-138 69,-71 61 0,-158 169 21,128-108 0,31-28 0,-57 62 0,133-137 0,-67 110 0,65-84-68,3 1 1,-42 118-1,61-133 59,3 0 0,-9 66 0,23-103 6,1 1 0,2 0-1,0 0 1,2 0 0,1 0-1,0 0 1,14 50 0,0-23-88,45 95 0,-52-132 79,0-1 1,0 0-1,1 0 0,1-1 0,19 19 0,72 55-55,-90-79 45,16 14 36,1-1-1,1-1 0,2-2 1,0-1-1,34 13 0,-9-10-66,116 50 16,91 34-112,-122-54 303,52 20-207,-33-24 171,-110-34-108,48 12-66,104 11 0,-40-14 68,68 8 34,-199-27-31,213 12 34,27-20 5,239-11-102,-341 11 45,-4-1 16,282-22 286,28-7-336,-390 25 85,421-55 208,-325 38-177,93-17-84,-83-8 89,-63 15 3,-35 13-18,177-50-47,-212 54-8,-1-2 0,83-44 0,121-87 143,-239 140-154,264-191 189,-129 71-117,-85 58-43,-24 29 2,132-141 28,52-140-30,-187 251-8,-3-3 1,-4-1 0,-4-2-1,50-172 1,-65 177-14,-3 0 1,-4-1 0,-3-1 0,0-100-1,-12 117 39,-2 0 0,-15-75 0,10 100 109,-1 1 0,-18-41 1,25 68-148,-27-59 242,-72-122-1,-34-12 158,109 170-358,-1 1 1,-37-29-1,-37-40 32,54 39 37,-17-20 92,22 38-127,-30-32 39,-15-17 110,29 32-109,45 44-118,-3-2-1,0 0 1,-1 2-1,-26-20 1,-35-11 13,29 19 25,-77-44 172,109 63-282,-1 1 1,-32-10 0,34 13-367,-1-1-1,1-1 1,-30-17 0,-8-14-2793,31 20 124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09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 1792,'0'-26'704,"0"18"-384,5 3 96,-5 0 352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09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0 5088,'-1'1'82,"1"-1"-1,-1 0 1,0 0 0,0 0-1,0 1 1,0-1 0,1 1-1,-1-1 1,0 1 0,0-1-1,1 1 1,-1-1 0,1 1-1,-1-1 1,0 1 0,1 0-1,-1-1 1,1 1 0,-1 0-1,1-1 1,-1 1 0,1 0-1,0 0 1,-1 1 0,-7 24 180,8-22-129,-10 44 161,3 0-1,-2 60 1,9 100 225,1-100-74,-1-105-654,0 1-1,0-1 0,0 1 0,-1-1 1,1 1-1,-1-1 0,0 0 0,-2 6 0,-6 9-1960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1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16 300 2816,'-2'-1'137,"1"0"1,0 0 0,-1-1-1,1 1 1,0 0-1,0 0 1,0-1-1,0 1 1,-1-2 0,1 0-118,1 0 1,-1 1-1,1-1 1,0 0 0,0 0-1,0-2 1,0-5-107,-1 7 207,1-1-1,0 1 1,0 0-1,0-1 0,1 1 1,-1-1-1,1 1 0,0 0 1,0-1-1,0 1 1,0 0-1,1 0 0,2-5 1,8-9 12,2-1 0,0 2 0,1 0 0,0 1 0,2 0 0,-1 1-1,2 1 1,0 1 0,0 1 0,1 0 0,1 1 0,-1 1 0,29-8 0,-40 14-132,0 1-1,0 1 1,0 0-1,0 0 1,0 0 0,0 1-1,0 0 1,0 1-1,0 0 1,0 0 0,0 0-1,0 1 1,0 1-1,-1-1 1,1 1 0,-1 0-1,10 6 1,-15-7 5,1 0 0,0 0-1,-1 0 1,1 0 0,-1 0 0,0 0 0,0 1 0,0-1 0,0 1 0,0 0 0,-1 0 0,1-1 0,-1 1-1,0 0 1,0 0 0,0 0 0,0 1 0,0-1 0,0 0 0,-1 0 0,0 0 0,0 1 0,0-1-1,0 0 1,0 0 0,0 0 0,-2 4 0,0 3 19,-1 1-1,0-1 1,-1-1 0,0 1-1,-1 0 1,1-1 0,-8 10-1,4-8-5,0-1 0,0 0 0,-1 0-1,-19 15 1,-43 27 107,3-4-68,45-29-52,13-9 7,-1-1 0,-1 0 0,-15 9 0,26-17 35,14-6 331,10 1-273,0 1 1,0 1-1,0 0 0,30 4 1,-10-2-42,13 1 23,43 0-89,-82-2 279,0-1 1,-1 0-1,28-8 0,-19-2 122,-22 10-414,0 0 0,1 0 0,-1 1 1,0-1-1,0 1 0,1 0 0,-1 0 0,0 0 0,7 0 1,-10 1-14,0 0 0,1 0 0,-1 0 0,0 0 0,0 0 0,0 0 0,0 0 0,1 0 0,-1 0 0,0 0 0,0 0 0,0 0 0,0 0 0,0 0 0,1 0 0,-1 0-1,0 0 1,0 0 0,0 0 0,0 1 0,0-1 0,0 0 0,1 0 0,-1 0 0,0 0 0,0 0 0,0 0 0,0 0 0,0 1 0,0-1 0,1 11-2575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2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50 192 2688,'34'-79'1979,"-31"72"-1889,0 0 1,1 0 0,0 1-1,0-1 1,1 1 0,0 0-1,0 0 1,0 0-1,1 1 1,-1-1 0,1 1-1,1 1 1,-1-1 0,1 1-1,-1 0 1,1 1 0,1 0-1,-1 0 1,0 0 0,1 1-1,-1 0 1,1 1 0,-1-1-1,15 1 1,-22 0-85,21 0 377,21 2 1,-37-1-315,0 1 0,0-1 1,0 1-1,0 0 1,0 1-1,-1-1 0,1 1 1,0 0-1,-1 0 1,6 3-1,-9-3-51,1-1 0,-1 1 0,0-1 0,1 1 0,-1-1 1,0 1-1,0 0 0,0-1 0,0 1 0,0 0 0,0 0 0,-1 0 0,1 0 0,-1 0 0,1 0 0,-1 0 0,0 0 0,0 0 1,0 3-1,0 2 50,0 0 1,-1-1-1,0 1 1,-3 10-1,2-10-37,-1 0 0,0 0 0,-1-1 0,0 1 0,0-1 0,0 0 0,-1 0 0,0 0 0,-5 5 0,-9 11-37,-16 22 3,14-16-59,-30 31-1,51-59 63,-19 21-10,18-19 14,-1 0 0,1-1 0,0 1 0,0 0 0,0-1 0,0 1 1,1 0-1,-1 0 0,0 0 0,1 0 0,0 0 0,-1 2 0,1-4-6,0 0 1,0 1 0,0-1-1,0 0 1,0 1 0,0-1-1,0 1 1,0-1-1,1 0 1,-1 1 0,0-1-1,0 0 1,0 0 0,0 1-1,1-1 1,-1 0 0,0 1-1,0-1 1,1 0 0,-1 0-1,0 1 1,0-1-1,1 0 1,-1 0 0,0 0-1,1 0 1,-1 1 0,0-1-1,1 0 1,-1 0 0,1 0-1,13 1-4,-4-1-8,19 4-78,0 1 1,35 12-1,-50-12 97,1 0-1,-1 1 0,-1 1 0,1 0 0,-1 1 0,15 11 0,-9-6-12,-13-9 20,0 0 0,-1 0 0,1 1-1,-1-1 1,0 1 0,4 6 0,-8-10 1,0 1 1,0-1-1,0 1 1,-1-1 0,1 1-1,0-1 1,-1 1-1,1 0 1,-1 0-1,0-1 1,0 1-1,1 0 1,-1-1-1,0 1 1,0 0-1,-1 0 1,1-1-1,0 1 1,-1 0-1,1 0 1,-1-1-1,1 1 1,-1-1-1,0 1 1,1 0-1,-1-1 1,0 0-1,0 1 1,-2 1-1,-2 4 46,-1 0 0,0-1-1,-1 1 1,0-1 0,0 0 0,0-1-1,0 0 1,-1 0 0,0-1-1,0 0 1,-10 4 0,-5 0 149,0-1 0,-47 8-1,50-13-215,0 0 0,0-1 0,0-1-1,0 0 1,1-2 0,-1-1 0,0 0-1,0-1 1,1-1 0,-22-9 0,16 6-1715,1 2-1018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3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47 3072,'12'-34'2165,"-12"34"-2032,0-1-1,1 1 0,-1-1 1,0 1-1,0-1 0,0 1 1,0-1-1,0 1 1,0-1-1,0 0 0,0 1 1,0-1-1,0 1 0,0-1 1,0 1-1,0-1 0,0 1 1,-1-2-1,1 0 862,-21 52-443,12-29-498,-13 25-1,4-14 25,-43 76 49,9 4 62,22-42-131,25-59-92,0 0-1,-4 19 1,8-29 38,1 0 1,0-1-1,0 1 1,0 0 0,0 0-1,0 0 1,0 0-1,0-1 1,0 1-1,0 0 1,0 0 0,0 0-1,0-1 1,1 1-1,-1 0 1,0 0 0,1 0-1,-1-1 1,1 1-1,-1 0 1,0-1-1,1 1 1,0 0 0,-1-1-1,1 1 1,-1-1-1,1 1 1,0 0-1,-1-1 1,1 0 0,0 1-1,0-1 1,-1 1-1,1-1 1,0 0 0,0 0-1,0 1 1,1-1-1,4 1-5,-1 0 0,1-1 0,0 1 0,9-2-1,-7 1-8,153-9 6,-44-13-1,-101 18-554,-1 3-314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3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2048,'0'0'768,"-5"5"-384,0-2-160,0 2 224,0 3-32,0 6 0,5 4-160,-5 3-96,5 6-64,0 7 0,0 6-64,0 3-32,0 4 32,0 1 32,0 0-32,0 0-32,0-4-1472,0-4-672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4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17 3072,'0'-13'1120,"-5"13"-576,2-3-288,-7 3 896,0 3-608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4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0 6912,'-11'21'63,"2"0"1,0 0-1,1 1 1,-6 24-1,6-8-24,-6 63-1,13-95-30,0 1 31,1 1 0,-1 0 0,2 0 0,1 16 0,-2-23-37,1 0-1,-1-1 1,0 1-1,1 0 1,-1 0 0,1 0-1,0-1 1,-1 1-1,1 0 1,0-1-1,-1 1 1,1-1 0,0 1-1,0-1 1,-1 1-1,1-1 1,0 1-1,0-1 1,0 0 0,0 1-1,-1-1 1,1 0-1,0 0 1,0 0-1,0 0 1,0 0 0,0 0-1,0 0 1,0 0-1,1 0 1,3 0 4,0-1 1,0 0-1,9-2 1,49-20-210,17-5 22,-70 26 164,0 0 0,0 0 0,0 1 1,0 0-1,0 0 0,12 2 0,-15 0 9,-1 0 0,0 1-1,1 0 1,-1 0-1,0 0 1,0 1-1,0 0 1,-1 0-1,1 0 1,-1 1 0,7 5-1,-4-3-1,-1 1 0,0 1 0,0-1 1,0 1-1,-1 0 0,7 13 0,-9-15 32,-1 1 0,0 0 0,-1 0 0,1 1 0,-2-1 1,1 0-1,-1 1 0,0-1 0,0 1 0,-1-1 0,0 1 0,0-1 1,-1 1-1,0-1 0,0 1 0,-1-1 0,0 1 0,0-1 0,-6 12 0,2-6 32,-1 0 0,-1-1 0,0 1 0,0-1 0,-1-1 0,-1 0-1,0 0 1,0-1 0,-17 12 0,17-15 0,-1 0 0,1-1 0,-1 0 0,0-1 0,-1-1 0,1 0-1,-13 3 1,-86 13-77,106-20 10,-1 1-280,0 0 1,0-1 0,-1 0-1,1 0 1,0 0-1,-1-1 1,1 0 0,0 0-1,0 0 1,-1-1 0,1 1-1,0-1 1,1 0-1,-1-1 1,0 1 0,-6-6-1,-15-12-1712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5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1 178 4096,'5'-29'1568,"0"10"-832,39 11-864,-34 3 256,5 2-128,5-2 0,-2 0-96,7-3 0,9 0 128,11-6 32,-6 6 0,4-5-64,-3 0-608,-1 0-320,1-1-672,-2 1-192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5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211 106 3328,'-1'-9'276,"0"0"1,0 0 0,1 0-1,0 0 1,0 0-1,3-11 1,-3-12 2752,-35 123-2800,-23 96-307,48-145 143,1 1 0,-5 65 1,14-92-19,-1 0 0,2 0 0,0 0 0,6 24 0,-5-31-17,1 0 0,-1 0 0,2-1-1,-1 1 1,1-1 0,1 0 0,-1 0-1,1 0 1,8 8 0,-12-14-23,0-1 0,1 1 1,-1-1-1,0 0 0,1 0 0,-1 0 0,1 0 1,-1 0-1,1 0 0,-1 0 0,1 0 0,0-1 1,-1 1-1,1 0 0,0-1 0,3 1 0,-1-1 9,0 0-1,0-1 1,-1 0-1,1 1 0,0-1 1,-1 0-1,6-2 0,0-1 15,0 0-1,-1 0 1,1 0-1,-1-1 1,0-1-1,0 1 0,9-9 1,-14 11-13,1-1 0,0 0 0,-1 0 0,1-1 0,-1 1 0,-1-1 0,1 1 0,0-1 0,-1 0 0,0 0 0,0 0 0,-1 0 0,0-1 0,2-6 0,-4 5 3,1 1-1,-1-1 1,0 1-1,-1-1 1,1 1-1,-1 0 1,0 0-1,-6-10 1,6 11 28,1 2-26,-1 0 0,1 0 0,0 1 0,-1-1 1,0 1-1,0-1 0,0 1 0,0 0 0,0 0 0,0 0 0,0 0 0,-1 0 0,1 0 0,-1 1 0,0-1 1,1 1-1,-1-1 0,0 1 0,0 0 0,1 0 0,-1 1 0,0-1 0,0 1 0,0-1 0,0 1 0,-4 0 1,-2 0-30,0 1 0,0 0 1,0 1-1,0 0 1,1 0-1,-1 1 1,-13 6-1,8-2-427,0 0 1,0 1-1,1 0 1,0 1-1,1 1 1,-19 18-1,19-14-753,-11 16-1,22-29 1169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6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5 118 3328,'-3'-21'1727,"3"17"-1449,-1 0 0,1 0 0,-1 0 0,1 0 0,0 0-1,0 0 1,1 0 0,-1 1 0,1-1 0,2-5 0,-3 6-203,1 1 1,0 0-1,0 0 0,0 0 1,0 0-1,1 0 1,-1 0-1,0 0 1,1 1-1,-1-1 0,1 0 1,0 1-1,2-2 1,0 1-69,-1 0 1,1 0 0,0 1-1,1-1 1,-1 1-1,5-1 1,9-1-31,0 0-1,0 1 1,22 1-1,55 6 69,-55-1 19,54-3 1,-9-2-138,-53 1 61,-28 0 20,0 0 1,0 0 0,0 1-1,-1-1 1,1 1 0,0 0-1,-1 0 1,1 0 0,4 2-1,-5-1 3,-1-1 0,0 0 0,-1 1 0,1-1 0,0 1 0,0 0 0,-1 0 0,1 0 0,-1 0 0,1 0-1,-1 0 1,0 0 0,0 0 0,0 0 0,1 3 0,0 0 27,-1 1-1,0-1 1,0 0 0,0 1 0,-1-1-1,0 0 1,0 8 0,-7 40 20,3-30-34,-10 51 40,-3 0 0,-39 99 0,15-20 195,-2 4-3089,30-123 468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17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4224,'5'-8'1664,"5"8"-896,10-5-768,-10 5 320,-1 0 0,26 0 128,3 0-64,11 0 32,11 0-224,7 0-128,8 0 32,4-3-64,13-2-32,5 5 96,-3 0 0,-11 5-2592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28.5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9 640,'9'-8'512,"-4"13"-608,0-5-576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30.7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90 191 3456,'5'-9'3439,"-5"15"-2745,0-5-641,0 0-1,0-1 1,1 1 0,-1 0-1,0 0 1,1 0 0,-1 0-1,0-1 1,1 1-1,-1 0 1,1-1 0,-1 1-1,1 0 1,0-1 0,-1 1-1,1 0 1,0-1 0,-1 1-1,1-1 1,0 1-1,1 0 1,22 10 914,-5-3-719,-7 1-239,2-2 0,-1 0 0,1-1 0,0 0 0,25 7 0,-30-10-49,0 0 1,16 10-1,-18-9 44,1-1-1,-1 1 1,1-1-1,12 3 0,-8-3 29,0 1-1,16 7 1,-15-6-5,21 7 1,127 22 329,-83-20-277,-63-12-82,1 1 1,0-2-1,26 0 1,2-1 2,-15 1-30,-11 0-13,23 3 1,-17-1 109,1-1 0,34-1 0,49-8-34,19 0 16,2 2-98,815 5 208,-793-5-320,404 5 608,-385-4-38,-68-1-372,-27-3-38,-58 7 24,0-1 1,24-5 0,-25 3-19,59-13-76,-40 7 156,-27 8-45,0-1 0,15-1-1,-10 4-29,-1-5 10,-4 4-15,-6 1-6,-1 0 0,0 0 0,1 0 0,-1-1 0,1 1 0,-1 0 0,1-1 0,-1 1 0,3-2 0,7-3 41,0 0 1,14-3 0,11-5 51,2-1 3,-29 12-66,-8 2-15,0-1-1,0 1 0,0 0 1,0 0-1,-1 0 0,1 0 1,0-1-1,0 1 0,0 0 1,0-1-1,-1 1 0,1-1 1,0 1-1,0-1 0,-1 1 1,1-1-1,1 0 0,0-3 75,0 0 179,-11-5-107,8 8-155,1 1 0,-1-1 1,1 1-1,-1-1 0,1 1 1,0-1-1,-1 0 0,1 1 1,0-1-1,0 1 1,-1-1-1,1 0 0,0 1 1,0-1-1,0 0 0,0 1 1,0-1-1,-1 0 0,1 1 1,1-1-1,-1-1 0,0 1-1,0 0 4,0 1 1,0 0-1,-1-1 1,1 1-1,0-1 1,0 1 0,0 0-1,0-1 1,-1 1-1,1 0 1,0 0-1,0-1 1,0 1 0,-1 0-1,1-1 1,0 1-1,0 0 1,-1 0-1,1 0 1,-1-1 0,1 1-9,-1 0 0,1-1 0,0 1 1,-1 0-1,1 0 0,0-1 1,-1 1-1,1 0 0,0-1 0,0 1 1,-1 0-1,1 0 0,0-1 1,0 1-1,0-1 0,-1 1 0,1 0 1,0-1-1,0 1 0,0 0 1,0-1-1,-1-13-28,-4 10 65,-2 0-41,0 0 1,0 1 0,-1 0 0,1 0 0,-13-2 0,-41-5-176,42 7 145,-59-5 60,-103 1 0,-76 17-170,233-9 104,-320 4-91,219-6 116,-281-23-88,393 23 102,-392-18-60,272 16-88,17 1-41,-94-5 74,140 1 127,-213-18-98,83 6 0,140 14 151,-8-1-103,-132-16 33,157 19 41,20 1 7,-44-6 0,40 3-60,-1 1 0,-54 1 0,-16-1 63,87 2-69,0 1 1,-20 2 0,-25 1-268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8:43:33.2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14 3456,'0'-14'3088,"20"14"-2390,45 0-188,109 14-1,114 16-274,-61-28-338,-125-3 232,7-4 211,-3 0-157,63 6-183,190-2 37,-282-2-31,82-2 159,43 0 187,49 23-395,-187-13 172,79-4 0,-68-2-264,-59 1 139,91-4 328,-84 3-203,-17 1-98,-1 0-1,0-1 1,0 1 0,10-3 0,0 2 1014,-191-7-608,-69 16-437,238-7 4,-291 16 72,-79-17-86,15-8 100,218 9-71,-323-12 186,277-6-1357,65 2-1770,67 12 426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22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0679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968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248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038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165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522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07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718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558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98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749AF-AAEF-4552-B01F-A95F65F1E441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21134-AA19-43CF-A6D4-57B3C7C31E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724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21" Type="http://schemas.openxmlformats.org/officeDocument/2006/relationships/image" Target="../media/image18.png"/><Relationship Id="rId34" Type="http://schemas.openxmlformats.org/officeDocument/2006/relationships/customXml" Target="../ink/ink15.xml"/><Relationship Id="rId7" Type="http://schemas.openxmlformats.org/officeDocument/2006/relationships/image" Target="../media/image11.png"/><Relationship Id="rId12" Type="http://schemas.openxmlformats.org/officeDocument/2006/relationships/customXml" Target="../ink/ink4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2" Type="http://schemas.openxmlformats.org/officeDocument/2006/relationships/slideLayout" Target="../slideLayouts/slideLayout6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22.png"/><Relationship Id="rId1" Type="http://schemas.openxmlformats.org/officeDocument/2006/relationships/vmlDrawing" Target="../drawings/vmlDrawing7.vml"/><Relationship Id="rId6" Type="http://schemas.openxmlformats.org/officeDocument/2006/relationships/customXml" Target="../ink/ink1.xml"/><Relationship Id="rId11" Type="http://schemas.openxmlformats.org/officeDocument/2006/relationships/image" Target="../media/image13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37" Type="http://schemas.openxmlformats.org/officeDocument/2006/relationships/image" Target="../media/image26.png"/><Relationship Id="rId5" Type="http://schemas.openxmlformats.org/officeDocument/2006/relationships/image" Target="../media/image1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2.xml"/><Relationship Id="rId36" Type="http://schemas.openxmlformats.org/officeDocument/2006/relationships/customXml" Target="../ink/ink16.xml"/><Relationship Id="rId10" Type="http://schemas.openxmlformats.org/officeDocument/2006/relationships/customXml" Target="../ink/ink3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" Type="http://schemas.openxmlformats.org/officeDocument/2006/relationships/image" Target="../media/image9.wmf"/><Relationship Id="rId9" Type="http://schemas.openxmlformats.org/officeDocument/2006/relationships/image" Target="../media/image12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21.png"/><Relationship Id="rId30" Type="http://schemas.openxmlformats.org/officeDocument/2006/relationships/customXml" Target="../ink/ink13.xml"/><Relationship Id="rId35" Type="http://schemas.openxmlformats.org/officeDocument/2006/relationships/image" Target="../media/image25.png"/><Relationship Id="rId8" Type="http://schemas.openxmlformats.org/officeDocument/2006/relationships/customXml" Target="../ink/ink2.xml"/><Relationship Id="rId3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Navngivningsregler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Alkaner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35087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3836" cy="3370386"/>
          </a:xfrm>
        </p:spPr>
        <p:txBody>
          <a:bodyPr>
            <a:normAutofit/>
          </a:bodyPr>
          <a:lstStyle/>
          <a:p>
            <a:r>
              <a:rPr lang="da-DK" dirty="0"/>
              <a:t>Alkaner  C</a:t>
            </a:r>
            <a:r>
              <a:rPr lang="da-DK" baseline="-25000" dirty="0"/>
              <a:t>n</a:t>
            </a:r>
            <a:r>
              <a:rPr lang="da-DK" dirty="0"/>
              <a:t>H</a:t>
            </a:r>
            <a:r>
              <a:rPr lang="da-DK" baseline="-25000" dirty="0"/>
              <a:t>2n+2</a:t>
            </a:r>
            <a:br>
              <a:rPr lang="da-DK" baseline="-25000" dirty="0"/>
            </a:br>
            <a:br>
              <a:rPr lang="da-DK" dirty="0"/>
            </a:br>
            <a:endParaRPr lang="da-DK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9395" t="41141" r="10872" b="10625"/>
          <a:stretch/>
        </p:blipFill>
        <p:spPr>
          <a:xfrm>
            <a:off x="827584" y="2852936"/>
            <a:ext cx="8063452" cy="365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0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 err="1">
                <a:solidFill>
                  <a:srgbClr val="FF0000"/>
                </a:solidFill>
              </a:rPr>
              <a:t>Methan</a:t>
            </a:r>
            <a:endParaRPr lang="da-DK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52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>
                <a:solidFill>
                  <a:srgbClr val="FF0000"/>
                </a:solidFill>
              </a:rPr>
              <a:t>Ethan</a:t>
            </a:r>
          </a:p>
        </p:txBody>
      </p:sp>
    </p:spTree>
    <p:extLst>
      <p:ext uri="{BB962C8B-B14F-4D97-AF65-F5344CB8AC3E}">
        <p14:creationId xmlns:p14="http://schemas.microsoft.com/office/powerpoint/2010/main" val="69158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">
        <p:cut/>
      </p:transition>
    </mc:Choice>
    <mc:Fallback xmlns="">
      <p:transition spd="slow" advClick="0" advTm="2500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>
                <a:solidFill>
                  <a:srgbClr val="FF0000"/>
                </a:solidFill>
              </a:rPr>
              <a:t>Propan</a:t>
            </a:r>
          </a:p>
        </p:txBody>
      </p:sp>
    </p:spTree>
    <p:extLst>
      <p:ext uri="{BB962C8B-B14F-4D97-AF65-F5344CB8AC3E}">
        <p14:creationId xmlns:p14="http://schemas.microsoft.com/office/powerpoint/2010/main" val="327412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2500">
        <p:cut/>
      </p:transition>
    </mc:Choice>
    <mc:Fallback xmlns="">
      <p:transition advTm="2500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>
                <a:solidFill>
                  <a:srgbClr val="FF0000"/>
                </a:solidFill>
              </a:rPr>
              <a:t>Butan</a:t>
            </a:r>
          </a:p>
        </p:txBody>
      </p:sp>
    </p:spTree>
    <p:extLst>
      <p:ext uri="{BB962C8B-B14F-4D97-AF65-F5344CB8AC3E}">
        <p14:creationId xmlns:p14="http://schemas.microsoft.com/office/powerpoint/2010/main" val="158063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2500">
        <p:cut/>
      </p:transition>
    </mc:Choice>
    <mc:Fallback xmlns="">
      <p:transition advTm="2500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 err="1">
                <a:solidFill>
                  <a:srgbClr val="FF0000"/>
                </a:solidFill>
              </a:rPr>
              <a:t>Pentan</a:t>
            </a:r>
            <a:endParaRPr lang="da-DK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5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2500">
        <p:cut/>
      </p:transition>
    </mc:Choice>
    <mc:Fallback xmlns="">
      <p:transition advTm="2500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 err="1">
                <a:solidFill>
                  <a:srgbClr val="FF0000"/>
                </a:solidFill>
              </a:rPr>
              <a:t>Hexan</a:t>
            </a:r>
            <a:endParaRPr lang="da-DK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5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2500">
        <p:cut/>
      </p:transition>
    </mc:Choice>
    <mc:Fallback xmlns="">
      <p:transition advTm="2500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 err="1">
                <a:solidFill>
                  <a:srgbClr val="FF0000"/>
                </a:solidFill>
              </a:rPr>
              <a:t>Heptan</a:t>
            </a:r>
            <a:endParaRPr lang="da-DK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5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2500">
        <p:cut/>
      </p:transition>
    </mc:Choice>
    <mc:Fallback xmlns="">
      <p:transition advTm="2500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 err="1">
                <a:solidFill>
                  <a:srgbClr val="FF0000"/>
                </a:solidFill>
              </a:rPr>
              <a:t>Octan</a:t>
            </a:r>
            <a:endParaRPr lang="da-DK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45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2500">
        <p:cut/>
      </p:transition>
    </mc:Choice>
    <mc:Fallback xmlns="">
      <p:transition advTm="2500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 err="1">
                <a:solidFill>
                  <a:srgbClr val="FF0000"/>
                </a:solidFill>
              </a:rPr>
              <a:t>Nonan</a:t>
            </a:r>
            <a:endParaRPr lang="da-DK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5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2500">
        <p:cut/>
      </p:transition>
    </mc:Choice>
    <mc:Fallback xmlns="">
      <p:transition advTm="2500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ti første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skal I kunne udenad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>
            <a:off x="1619672" y="2852936"/>
            <a:ext cx="5688632" cy="2088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 b="1" dirty="0">
                <a:solidFill>
                  <a:srgbClr val="FF0000"/>
                </a:solidFill>
              </a:rPr>
              <a:t>Decan</a:t>
            </a:r>
          </a:p>
        </p:txBody>
      </p:sp>
    </p:spTree>
    <p:extLst>
      <p:ext uri="{BB962C8B-B14F-4D97-AF65-F5344CB8AC3E}">
        <p14:creationId xmlns:p14="http://schemas.microsoft.com/office/powerpoint/2010/main" val="16115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5" name="Ellipse 4"/>
          <p:cNvSpPr/>
          <p:nvPr/>
        </p:nvSpPr>
        <p:spPr>
          <a:xfrm>
            <a:off x="683568" y="1772816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Methan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5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7" name="Ellipse 6"/>
          <p:cNvSpPr/>
          <p:nvPr/>
        </p:nvSpPr>
        <p:spPr>
          <a:xfrm>
            <a:off x="4572000" y="3749864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Ethan</a:t>
            </a:r>
          </a:p>
        </p:txBody>
      </p:sp>
    </p:spTree>
    <p:extLst>
      <p:ext uri="{BB962C8B-B14F-4D97-AF65-F5344CB8AC3E}">
        <p14:creationId xmlns:p14="http://schemas.microsoft.com/office/powerpoint/2010/main" val="417767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8" name="Ellipse 7"/>
          <p:cNvSpPr/>
          <p:nvPr/>
        </p:nvSpPr>
        <p:spPr>
          <a:xfrm>
            <a:off x="2343672" y="3063672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Propan</a:t>
            </a:r>
          </a:p>
        </p:txBody>
      </p:sp>
    </p:spTree>
    <p:extLst>
      <p:ext uri="{BB962C8B-B14F-4D97-AF65-F5344CB8AC3E}">
        <p14:creationId xmlns:p14="http://schemas.microsoft.com/office/powerpoint/2010/main" val="180456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9" name="Ellipse 8"/>
          <p:cNvSpPr/>
          <p:nvPr/>
        </p:nvSpPr>
        <p:spPr>
          <a:xfrm>
            <a:off x="1619672" y="5132080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Butan</a:t>
            </a:r>
          </a:p>
        </p:txBody>
      </p:sp>
    </p:spTree>
    <p:extLst>
      <p:ext uri="{BB962C8B-B14F-4D97-AF65-F5344CB8AC3E}">
        <p14:creationId xmlns:p14="http://schemas.microsoft.com/office/powerpoint/2010/main" val="90042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0" name="Ellipse 9"/>
          <p:cNvSpPr/>
          <p:nvPr/>
        </p:nvSpPr>
        <p:spPr>
          <a:xfrm>
            <a:off x="4143872" y="5301208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Pentan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17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1" name="Ellipse 10"/>
          <p:cNvSpPr/>
          <p:nvPr/>
        </p:nvSpPr>
        <p:spPr>
          <a:xfrm>
            <a:off x="6696236" y="3085728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Hexan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2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2" name="Ellipse 11"/>
          <p:cNvSpPr/>
          <p:nvPr/>
        </p:nvSpPr>
        <p:spPr>
          <a:xfrm>
            <a:off x="3419872" y="1508056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Heptan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00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3" name="Ellipse 12"/>
          <p:cNvSpPr/>
          <p:nvPr/>
        </p:nvSpPr>
        <p:spPr>
          <a:xfrm>
            <a:off x="6696236" y="4941168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Octan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55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4" name="Ellipse 13"/>
          <p:cNvSpPr/>
          <p:nvPr/>
        </p:nvSpPr>
        <p:spPr>
          <a:xfrm>
            <a:off x="509308" y="3877464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Nonan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52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lidt hurtigere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5" name="Ellipse 14"/>
          <p:cNvSpPr/>
          <p:nvPr/>
        </p:nvSpPr>
        <p:spPr>
          <a:xfrm>
            <a:off x="6372200" y="1508056"/>
            <a:ext cx="1800200" cy="11521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Decan</a:t>
            </a:r>
          </a:p>
        </p:txBody>
      </p:sp>
    </p:spTree>
    <p:extLst>
      <p:ext uri="{BB962C8B-B14F-4D97-AF65-F5344CB8AC3E}">
        <p14:creationId xmlns:p14="http://schemas.microsoft.com/office/powerpoint/2010/main" val="222929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sp>
        <p:nvSpPr>
          <p:cNvPr id="5" name="Ellipse 4"/>
          <p:cNvSpPr/>
          <p:nvPr/>
        </p:nvSpPr>
        <p:spPr>
          <a:xfrm>
            <a:off x="683568" y="1772816"/>
            <a:ext cx="1800200" cy="115212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Methan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68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sp>
        <p:nvSpPr>
          <p:cNvPr id="7" name="Ellipse 6"/>
          <p:cNvSpPr/>
          <p:nvPr/>
        </p:nvSpPr>
        <p:spPr>
          <a:xfrm>
            <a:off x="4572000" y="3749864"/>
            <a:ext cx="1800200" cy="11521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Ethan</a:t>
            </a:r>
          </a:p>
        </p:txBody>
      </p:sp>
    </p:spTree>
    <p:extLst>
      <p:ext uri="{BB962C8B-B14F-4D97-AF65-F5344CB8AC3E}">
        <p14:creationId xmlns:p14="http://schemas.microsoft.com/office/powerpoint/2010/main" val="45972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8" name="Ellipse 7"/>
          <p:cNvSpPr/>
          <p:nvPr/>
        </p:nvSpPr>
        <p:spPr>
          <a:xfrm>
            <a:off x="2519772" y="3063672"/>
            <a:ext cx="1800200" cy="11521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Propan</a:t>
            </a:r>
          </a:p>
        </p:txBody>
      </p:sp>
    </p:spTree>
    <p:extLst>
      <p:ext uri="{BB962C8B-B14F-4D97-AF65-F5344CB8AC3E}">
        <p14:creationId xmlns:p14="http://schemas.microsoft.com/office/powerpoint/2010/main" val="344192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9" name="Ellipse 8"/>
          <p:cNvSpPr/>
          <p:nvPr/>
        </p:nvSpPr>
        <p:spPr>
          <a:xfrm>
            <a:off x="1871700" y="5261952"/>
            <a:ext cx="1800200" cy="11521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Butan</a:t>
            </a:r>
          </a:p>
        </p:txBody>
      </p:sp>
    </p:spTree>
    <p:extLst>
      <p:ext uri="{BB962C8B-B14F-4D97-AF65-F5344CB8AC3E}">
        <p14:creationId xmlns:p14="http://schemas.microsoft.com/office/powerpoint/2010/main" val="85627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0" name="Ellipse 9"/>
          <p:cNvSpPr/>
          <p:nvPr/>
        </p:nvSpPr>
        <p:spPr>
          <a:xfrm>
            <a:off x="4143872" y="5301208"/>
            <a:ext cx="1800200" cy="1152128"/>
          </a:xfrm>
          <a:prstGeom prst="ellipse">
            <a:avLst/>
          </a:prstGeom>
          <a:solidFill>
            <a:srgbClr val="DFCE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Pentan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30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sp>
        <p:nvSpPr>
          <p:cNvPr id="11" name="Ellipse 10"/>
          <p:cNvSpPr/>
          <p:nvPr/>
        </p:nvSpPr>
        <p:spPr>
          <a:xfrm>
            <a:off x="6696236" y="3085728"/>
            <a:ext cx="1800200" cy="11521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Hexan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5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2" name="Ellipse 11"/>
          <p:cNvSpPr/>
          <p:nvPr/>
        </p:nvSpPr>
        <p:spPr>
          <a:xfrm>
            <a:off x="3671900" y="1711152"/>
            <a:ext cx="1800200" cy="1152128"/>
          </a:xfrm>
          <a:prstGeom prst="ellipse">
            <a:avLst/>
          </a:prstGeom>
          <a:solidFill>
            <a:srgbClr val="F9FC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Heptan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49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3" name="Ellipse 12"/>
          <p:cNvSpPr/>
          <p:nvPr/>
        </p:nvSpPr>
        <p:spPr>
          <a:xfrm>
            <a:off x="6696236" y="4941168"/>
            <a:ext cx="1800200" cy="1152128"/>
          </a:xfrm>
          <a:prstGeom prst="ellipse">
            <a:avLst/>
          </a:prstGeom>
          <a:solidFill>
            <a:srgbClr val="FCAA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Octan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889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6" name="Ellipse 13"/>
          <p:cNvSpPr/>
          <p:nvPr/>
        </p:nvSpPr>
        <p:spPr>
          <a:xfrm>
            <a:off x="670961" y="3789040"/>
            <a:ext cx="1800200" cy="1152128"/>
          </a:xfrm>
          <a:prstGeom prst="ellipse">
            <a:avLst/>
          </a:prstGeom>
          <a:solidFill>
            <a:srgbClr val="C6FC9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 err="1">
                <a:solidFill>
                  <a:schemeClr val="tx1"/>
                </a:solidFill>
              </a:rPr>
              <a:t>Nonan</a:t>
            </a:r>
            <a:endParaRPr lang="da-DK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19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Eller hurtigere endnu!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15" name="Ellipse 14"/>
          <p:cNvSpPr/>
          <p:nvPr/>
        </p:nvSpPr>
        <p:spPr>
          <a:xfrm>
            <a:off x="6372200" y="1508056"/>
            <a:ext cx="1800200" cy="1152128"/>
          </a:xfrm>
          <a:prstGeom prst="ellipse">
            <a:avLst/>
          </a:prstGeom>
          <a:solidFill>
            <a:srgbClr val="E5C3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Decan</a:t>
            </a:r>
          </a:p>
        </p:txBody>
      </p:sp>
    </p:spTree>
    <p:extLst>
      <p:ext uri="{BB962C8B-B14F-4D97-AF65-F5344CB8AC3E}">
        <p14:creationId xmlns:p14="http://schemas.microsoft.com/office/powerpoint/2010/main" val="264385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3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3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C</a:t>
            </a:r>
            <a:r>
              <a:rPr lang="da-DK" baseline="-25000" dirty="0"/>
              <a:t>7</a:t>
            </a:r>
            <a:r>
              <a:rPr lang="da-DK" dirty="0"/>
              <a:t>H</a:t>
            </a:r>
            <a:r>
              <a:rPr lang="da-DK" baseline="-25000" dirty="0"/>
              <a:t>16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3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C</a:t>
            </a:r>
            <a:r>
              <a:rPr lang="da-DK" baseline="-25000" dirty="0"/>
              <a:t>8</a:t>
            </a:r>
            <a:r>
              <a:rPr lang="da-DK" dirty="0"/>
              <a:t>H</a:t>
            </a:r>
            <a:r>
              <a:rPr lang="da-DK" baseline="-25000" dirty="0"/>
              <a:t>18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3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C</a:t>
            </a:r>
            <a:r>
              <a:rPr lang="da-DK" baseline="-25000" dirty="0"/>
              <a:t>10</a:t>
            </a:r>
            <a:r>
              <a:rPr lang="da-DK" dirty="0"/>
              <a:t>H</a:t>
            </a:r>
            <a:r>
              <a:rPr lang="da-DK" baseline="-25000" dirty="0"/>
              <a:t>22</a:t>
            </a:r>
          </a:p>
          <a:p>
            <a:pPr marL="0" indent="0">
              <a:buNone/>
            </a:pPr>
            <a:endParaRPr lang="da-DK" dirty="0"/>
          </a:p>
          <a:p>
            <a:pPr marL="514350" indent="-514350">
              <a:buFont typeface="+mj-lt"/>
              <a:buAutoNum type="arabicPeriod"/>
            </a:pPr>
            <a:endParaRPr lang="da-DK" dirty="0"/>
          </a:p>
          <a:p>
            <a:pPr marL="514350" indent="-514350">
              <a:buFont typeface="+mj-lt"/>
              <a:buAutoNum type="arabicPeriod"/>
            </a:pPr>
            <a:endParaRPr lang="da-DK" dirty="0"/>
          </a:p>
          <a:p>
            <a:pPr marL="514350" indent="-514350">
              <a:buFont typeface="+mj-lt"/>
              <a:buAutoNum type="arabicPeriod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334880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skal navngive følgende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501079"/>
            <a:ext cx="4797867" cy="294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08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Find den længste </a:t>
            </a:r>
            <a:r>
              <a:rPr lang="da-DK" dirty="0" err="1"/>
              <a:t>carbonkæde</a:t>
            </a:r>
            <a:endParaRPr lang="da-DK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501079"/>
            <a:ext cx="4797867" cy="294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91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Find den længste </a:t>
            </a:r>
            <a:r>
              <a:rPr lang="da-DK" dirty="0" err="1"/>
              <a:t>carbonkæde</a:t>
            </a:r>
            <a:endParaRPr lang="da-DK" dirty="0"/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564904"/>
            <a:ext cx="5283825" cy="290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93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Find den længste </a:t>
            </a:r>
            <a:r>
              <a:rPr lang="da-DK" dirty="0" err="1"/>
              <a:t>carbonkæde</a:t>
            </a:r>
            <a:endParaRPr lang="da-DK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696068"/>
            <a:ext cx="4497937" cy="283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24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2. </a:t>
            </a:r>
            <a:r>
              <a:rPr lang="da-DK" dirty="0" err="1"/>
              <a:t>Carbonatomerne</a:t>
            </a:r>
            <a:r>
              <a:rPr lang="da-DK" dirty="0"/>
              <a:t> nummereres fra den ende, hvor man først støder på en forgrening</a:t>
            </a:r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120" y="3068960"/>
            <a:ext cx="4671760" cy="265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46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2. </a:t>
            </a:r>
            <a:r>
              <a:rPr lang="da-DK" dirty="0" err="1"/>
              <a:t>Carbonatomerne</a:t>
            </a:r>
            <a:r>
              <a:rPr lang="da-DK" dirty="0"/>
              <a:t> nummereres fra den ende, hvor man først støder på en forgrening</a:t>
            </a:r>
          </a:p>
        </p:txBody>
      </p:sp>
      <p:sp>
        <p:nvSpPr>
          <p:cNvPr id="7" name="Oval 6"/>
          <p:cNvSpPr/>
          <p:nvPr/>
        </p:nvSpPr>
        <p:spPr>
          <a:xfrm>
            <a:off x="3491880" y="5229200"/>
            <a:ext cx="720080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614081"/>
              </p:ext>
            </p:extLst>
          </p:nvPr>
        </p:nvGraphicFramePr>
        <p:xfrm>
          <a:off x="1907704" y="2852936"/>
          <a:ext cx="4995701" cy="2782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ChemSketch" r:id="rId3" imgW="3010680" imgH="1676880" progId="ACD.ChemSketch.20">
                  <p:embed/>
                </p:oleObj>
              </mc:Choice>
              <mc:Fallback>
                <p:oleObj name="ChemSketch" r:id="rId3" imgW="3010680" imgH="1676880" progId="ACD.ChemSketch.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2852936"/>
                        <a:ext cx="4995701" cy="2782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79942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da-DK" dirty="0"/>
              <a:t>3. Sidegrupperne identificeres</a:t>
            </a:r>
          </a:p>
        </p:txBody>
      </p:sp>
      <p:sp>
        <p:nvSpPr>
          <p:cNvPr id="6" name="Oval 5"/>
          <p:cNvSpPr/>
          <p:nvPr/>
        </p:nvSpPr>
        <p:spPr>
          <a:xfrm>
            <a:off x="3275856" y="4725144"/>
            <a:ext cx="792088" cy="9361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110073"/>
              </p:ext>
            </p:extLst>
          </p:nvPr>
        </p:nvGraphicFramePr>
        <p:xfrm>
          <a:off x="1691680" y="2636912"/>
          <a:ext cx="4995701" cy="2782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ChemSketch" r:id="rId3" imgW="3010680" imgH="1676880" progId="ACD.ChemSketch.20">
                  <p:embed/>
                </p:oleObj>
              </mc:Choice>
              <mc:Fallback>
                <p:oleObj name="ChemSketch" r:id="rId3" imgW="3010680" imgH="1676880" progId="ACD.ChemSketch.20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636912"/>
                        <a:ext cx="4995701" cy="2782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0868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4. Sidegrupperne navngives</a:t>
            </a:r>
          </a:p>
          <a:p>
            <a:pPr lvl="1"/>
            <a:r>
              <a:rPr lang="da-DK" dirty="0"/>
              <a:t>Kaldes </a:t>
            </a:r>
            <a:r>
              <a:rPr lang="da-DK" dirty="0" err="1"/>
              <a:t>alkylgrupper</a:t>
            </a:r>
            <a:endParaRPr lang="da-DK" dirty="0"/>
          </a:p>
          <a:p>
            <a:pPr lvl="1"/>
            <a:r>
              <a:rPr lang="da-DK" dirty="0"/>
              <a:t>Navngives som </a:t>
            </a:r>
            <a:r>
              <a:rPr lang="da-DK" dirty="0" err="1"/>
              <a:t>alkanerne</a:t>
            </a:r>
            <a:r>
              <a:rPr lang="da-DK" dirty="0"/>
              <a:t>, blot med endelsen –</a:t>
            </a:r>
            <a:r>
              <a:rPr lang="da-DK" dirty="0" err="1"/>
              <a:t>yl</a:t>
            </a:r>
            <a:endParaRPr lang="da-DK" dirty="0"/>
          </a:p>
          <a:p>
            <a:pPr lvl="1"/>
            <a:r>
              <a:rPr lang="da-DK" dirty="0"/>
              <a:t>F.eks. </a:t>
            </a:r>
          </a:p>
          <a:p>
            <a:pPr lvl="2"/>
            <a:r>
              <a:rPr lang="da-DK" dirty="0" err="1"/>
              <a:t>Methyl</a:t>
            </a:r>
            <a:r>
              <a:rPr lang="da-DK" dirty="0"/>
              <a:t>	CH</a:t>
            </a:r>
            <a:r>
              <a:rPr lang="da-DK" baseline="-25000" dirty="0"/>
              <a:t>3</a:t>
            </a:r>
            <a:r>
              <a:rPr lang="da-DK" dirty="0"/>
              <a:t>-</a:t>
            </a:r>
          </a:p>
          <a:p>
            <a:pPr lvl="2"/>
            <a:r>
              <a:rPr lang="da-DK" dirty="0" err="1"/>
              <a:t>Ethyl</a:t>
            </a:r>
            <a:r>
              <a:rPr lang="da-DK" dirty="0"/>
              <a:t>		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</a:t>
            </a:r>
          </a:p>
          <a:p>
            <a:pPr lvl="2"/>
            <a:r>
              <a:rPr lang="da-DK" dirty="0"/>
              <a:t>Propyl	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</a:t>
            </a:r>
          </a:p>
          <a:p>
            <a:pPr lvl="2"/>
            <a:r>
              <a:rPr lang="da-DK" dirty="0"/>
              <a:t>Butyl	             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--CH</a:t>
            </a:r>
            <a:r>
              <a:rPr lang="da-DK" baseline="-25000" dirty="0"/>
              <a:t>2</a:t>
            </a:r>
            <a:r>
              <a:rPr lang="da-DK" dirty="0"/>
              <a:t>-</a:t>
            </a:r>
          </a:p>
          <a:p>
            <a:pPr lvl="2"/>
            <a:r>
              <a:rPr lang="da-DK" dirty="0" err="1"/>
              <a:t>osv</a:t>
            </a:r>
            <a:endParaRPr lang="da-DK" dirty="0"/>
          </a:p>
          <a:p>
            <a:pPr lvl="2"/>
            <a:endParaRPr lang="da-DK" dirty="0"/>
          </a:p>
          <a:p>
            <a:pPr lvl="2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2963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da-DK" dirty="0"/>
              <a:t>3. Sidegrupperne identificeres</a:t>
            </a:r>
          </a:p>
        </p:txBody>
      </p:sp>
      <p:sp>
        <p:nvSpPr>
          <p:cNvPr id="6" name="Oval 5"/>
          <p:cNvSpPr/>
          <p:nvPr/>
        </p:nvSpPr>
        <p:spPr>
          <a:xfrm>
            <a:off x="3275856" y="4725144"/>
            <a:ext cx="792088" cy="9361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363458"/>
              </p:ext>
            </p:extLst>
          </p:nvPr>
        </p:nvGraphicFramePr>
        <p:xfrm>
          <a:off x="1691680" y="2636912"/>
          <a:ext cx="4995701" cy="2782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ChemSketch" r:id="rId3" imgW="3010680" imgH="1676880" progId="ACD.ChemSketch.20">
                  <p:embed/>
                </p:oleObj>
              </mc:Choice>
              <mc:Fallback>
                <p:oleObj name="ChemSketch" r:id="rId3" imgW="3010680" imgH="1676880" progId="ACD.ChemSketch.20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636912"/>
                        <a:ext cx="4995701" cy="2782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971600" y="5680809"/>
            <a:ext cx="68475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a-DK" sz="2800" dirty="0">
                <a:solidFill>
                  <a:srgbClr val="FF0000"/>
                </a:solidFill>
              </a:rPr>
              <a:t>1 methylgruppe på C-atom nr. 2 dvs. 2-methyl</a:t>
            </a:r>
          </a:p>
        </p:txBody>
      </p:sp>
    </p:spTree>
    <p:extLst>
      <p:ext uri="{BB962C8B-B14F-4D97-AF65-F5344CB8AC3E}">
        <p14:creationId xmlns:p14="http://schemas.microsoft.com/office/powerpoint/2010/main" val="41060493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4. Længste C-kæde navngives som en alkan og udgør endelsen på navnet</a:t>
            </a:r>
          </a:p>
        </p:txBody>
      </p:sp>
      <p:sp>
        <p:nvSpPr>
          <p:cNvPr id="5" name="Tekstboks 4"/>
          <p:cNvSpPr txBox="1"/>
          <p:nvPr/>
        </p:nvSpPr>
        <p:spPr>
          <a:xfrm>
            <a:off x="251520" y="5626344"/>
            <a:ext cx="7164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200" dirty="0">
                <a:solidFill>
                  <a:srgbClr val="FF0000"/>
                </a:solidFill>
              </a:rPr>
              <a:t>2-methylbutan</a:t>
            </a:r>
          </a:p>
        </p:txBody>
      </p:sp>
      <p:sp>
        <p:nvSpPr>
          <p:cNvPr id="11" name="Oval 10"/>
          <p:cNvSpPr/>
          <p:nvPr/>
        </p:nvSpPr>
        <p:spPr>
          <a:xfrm>
            <a:off x="3347864" y="4797152"/>
            <a:ext cx="648072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598136"/>
              </p:ext>
            </p:extLst>
          </p:nvPr>
        </p:nvGraphicFramePr>
        <p:xfrm>
          <a:off x="1691680" y="2636912"/>
          <a:ext cx="4995701" cy="2782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ChemSketch" r:id="rId3" imgW="3010680" imgH="1676880" progId="ACD.ChemSketch.20">
                  <p:embed/>
                </p:oleObj>
              </mc:Choice>
              <mc:Fallback>
                <p:oleObj name="ChemSketch" r:id="rId3" imgW="3010680" imgH="1676880" progId="ACD.ChemSketch.20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636912"/>
                        <a:ext cx="4995701" cy="2782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649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1"/>
            <a:ext cx="7067128" cy="2980928"/>
          </a:xfrm>
        </p:spPr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sp>
        <p:nvSpPr>
          <p:cNvPr id="5" name="Tekstboks 4"/>
          <p:cNvSpPr txBox="1"/>
          <p:nvPr/>
        </p:nvSpPr>
        <p:spPr>
          <a:xfrm>
            <a:off x="179512" y="5288340"/>
            <a:ext cx="71644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200" dirty="0">
                <a:solidFill>
                  <a:srgbClr val="FF0000"/>
                </a:solidFill>
              </a:rPr>
              <a:t>Længste C-kæde på 7 C-atomer</a:t>
            </a:r>
          </a:p>
          <a:p>
            <a:pPr algn="ctr"/>
            <a:r>
              <a:rPr lang="da-DK" sz="3200" dirty="0">
                <a:solidFill>
                  <a:srgbClr val="FF0000"/>
                </a:solidFill>
              </a:rPr>
              <a:t>1 methylgruppe på C-atom nr. 3</a:t>
            </a:r>
          </a:p>
          <a:p>
            <a:pPr algn="ctr"/>
            <a:endParaRPr lang="da-DK" sz="3200" dirty="0">
              <a:solidFill>
                <a:srgbClr val="FF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724128" y="4581128"/>
            <a:ext cx="720080" cy="7943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996980"/>
              </p:ext>
            </p:extLst>
          </p:nvPr>
        </p:nvGraphicFramePr>
        <p:xfrm>
          <a:off x="251520" y="2564904"/>
          <a:ext cx="8672493" cy="26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ChemSketch" r:id="rId3" imgW="5538240" imgH="1689480" progId="ACD.ChemSketch.20">
                  <p:embed/>
                </p:oleObj>
              </mc:Choice>
              <mc:Fallback>
                <p:oleObj name="ChemSketch" r:id="rId3" imgW="5538240" imgH="1689480" progId="ACD.ChemSketch.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2564904"/>
                        <a:ext cx="8672493" cy="264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74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1"/>
            <a:ext cx="7067128" cy="2980928"/>
          </a:xfrm>
        </p:spPr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sp>
        <p:nvSpPr>
          <p:cNvPr id="5" name="Tekstboks 4"/>
          <p:cNvSpPr txBox="1"/>
          <p:nvPr/>
        </p:nvSpPr>
        <p:spPr>
          <a:xfrm>
            <a:off x="179512" y="5288340"/>
            <a:ext cx="7164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200" dirty="0">
                <a:solidFill>
                  <a:srgbClr val="FF0000"/>
                </a:solidFill>
              </a:rPr>
              <a:t>3-methylheptan</a:t>
            </a:r>
          </a:p>
        </p:txBody>
      </p:sp>
      <p:sp>
        <p:nvSpPr>
          <p:cNvPr id="8" name="Oval 7"/>
          <p:cNvSpPr/>
          <p:nvPr/>
        </p:nvSpPr>
        <p:spPr>
          <a:xfrm>
            <a:off x="5724128" y="4581128"/>
            <a:ext cx="720080" cy="7943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996980"/>
              </p:ext>
            </p:extLst>
          </p:nvPr>
        </p:nvGraphicFramePr>
        <p:xfrm>
          <a:off x="251520" y="2564904"/>
          <a:ext cx="8672493" cy="26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ChemSketch" r:id="rId3" imgW="5538240" imgH="1689480" progId="ACD.ChemSketch.20">
                  <p:embed/>
                </p:oleObj>
              </mc:Choice>
              <mc:Fallback>
                <p:oleObj name="ChemSketch" r:id="rId3" imgW="5538240" imgH="1689480" progId="ACD.ChemSketch.20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2564904"/>
                        <a:ext cx="8672493" cy="264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640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Navngivningsreglerne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Find den længste </a:t>
            </a:r>
            <a:r>
              <a:rPr lang="da-DK" dirty="0" err="1"/>
              <a:t>carbonkæde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Carbonatomerne</a:t>
            </a:r>
            <a:r>
              <a:rPr lang="da-DK" dirty="0"/>
              <a:t> nummereres fra den ende, hvor man først støder på en forgrening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Sidegrupperne identificeres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Sidegrupperne navngives og skrives op i alfabetisk rækkefølge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Foran sidegrupperne skrives numrene på de C-atomer, hvorpå sidegruppen sidder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Til sidst skrives navnet på den længste alkankæde</a:t>
            </a:r>
          </a:p>
        </p:txBody>
      </p:sp>
    </p:spTree>
    <p:extLst>
      <p:ext uri="{BB962C8B-B14F-4D97-AF65-F5344CB8AC3E}">
        <p14:creationId xmlns:p14="http://schemas.microsoft.com/office/powerpoint/2010/main" val="836292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DEB39-65EA-4C7F-9723-2F963F59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2098576" cy="1143000"/>
          </a:xfrm>
        </p:spPr>
        <p:txBody>
          <a:bodyPr/>
          <a:lstStyle/>
          <a:p>
            <a:pPr algn="l"/>
            <a:r>
              <a:rPr lang="da-DK" dirty="0"/>
              <a:t>Navngiv</a:t>
            </a:r>
          </a:p>
        </p:txBody>
      </p:sp>
      <p:graphicFrame>
        <p:nvGraphicFramePr>
          <p:cNvPr id="3" name="Objekt 2">
            <a:extLst>
              <a:ext uri="{FF2B5EF4-FFF2-40B4-BE49-F238E27FC236}">
                <a16:creationId xmlns:a16="http://schemas.microsoft.com/office/drawing/2014/main" id="{9547C4C1-5043-4896-8CF5-C939131C26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378830"/>
              </p:ext>
            </p:extLst>
          </p:nvPr>
        </p:nvGraphicFramePr>
        <p:xfrm>
          <a:off x="1057059" y="3861048"/>
          <a:ext cx="6815496" cy="266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ChemSketch" r:id="rId3" imgW="1782360" imgH="697680" progId="ACD.ChemSketch.20">
                  <p:embed/>
                </p:oleObj>
              </mc:Choice>
              <mc:Fallback>
                <p:oleObj name="ChemSketch" r:id="rId3" imgW="1782360" imgH="697680" progId="ACD.ChemSketch.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7059" y="3861048"/>
                        <a:ext cx="6815496" cy="2664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4D686435-346C-4844-9677-19D46CB74C24}"/>
              </a:ext>
            </a:extLst>
          </p:cNvPr>
          <p:cNvSpPr txBox="1"/>
          <p:nvPr/>
        </p:nvSpPr>
        <p:spPr>
          <a:xfrm>
            <a:off x="6732240" y="6005776"/>
            <a:ext cx="194421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3-ethylheptan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AC3CA24-F4F0-4BF1-80FD-3D01A5F940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95" t="41141" r="10872" b="10625"/>
          <a:stretch/>
        </p:blipFill>
        <p:spPr>
          <a:xfrm>
            <a:off x="453125" y="1219727"/>
            <a:ext cx="4051554" cy="1838205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86B8B0A3-C424-42C0-838E-6D5BB40934AC}"/>
              </a:ext>
            </a:extLst>
          </p:cNvPr>
          <p:cNvSpPr txBox="1"/>
          <p:nvPr/>
        </p:nvSpPr>
        <p:spPr>
          <a:xfrm>
            <a:off x="4716016" y="476672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a-DK" dirty="0"/>
              <a:t>Sidegrupperne navngives</a:t>
            </a:r>
          </a:p>
          <a:p>
            <a:pPr lvl="1"/>
            <a:r>
              <a:rPr lang="da-DK" dirty="0"/>
              <a:t>Kaldes </a:t>
            </a:r>
            <a:r>
              <a:rPr lang="da-DK" dirty="0" err="1"/>
              <a:t>alkylgrupper</a:t>
            </a:r>
            <a:endParaRPr lang="da-DK" dirty="0"/>
          </a:p>
          <a:p>
            <a:pPr lvl="1"/>
            <a:r>
              <a:rPr lang="da-DK" dirty="0"/>
              <a:t>Navngives som </a:t>
            </a:r>
            <a:r>
              <a:rPr lang="da-DK" dirty="0" err="1"/>
              <a:t>alkanerne</a:t>
            </a:r>
            <a:r>
              <a:rPr lang="da-DK" dirty="0"/>
              <a:t>, blot med endelsen –</a:t>
            </a:r>
            <a:r>
              <a:rPr lang="da-DK" dirty="0" err="1"/>
              <a:t>yl</a:t>
            </a:r>
            <a:endParaRPr lang="da-DK" dirty="0"/>
          </a:p>
          <a:p>
            <a:pPr lvl="1"/>
            <a:r>
              <a:rPr lang="da-DK" dirty="0"/>
              <a:t>F.eks. </a:t>
            </a:r>
          </a:p>
          <a:p>
            <a:pPr lvl="2"/>
            <a:r>
              <a:rPr lang="da-DK" dirty="0" err="1"/>
              <a:t>Methyl</a:t>
            </a:r>
            <a:r>
              <a:rPr lang="da-DK" dirty="0"/>
              <a:t>	CH</a:t>
            </a:r>
            <a:r>
              <a:rPr lang="da-DK" baseline="-25000" dirty="0"/>
              <a:t>3</a:t>
            </a:r>
            <a:r>
              <a:rPr lang="da-DK" dirty="0"/>
              <a:t>-</a:t>
            </a:r>
          </a:p>
          <a:p>
            <a:pPr lvl="2"/>
            <a:r>
              <a:rPr lang="da-DK" dirty="0" err="1"/>
              <a:t>Ethyl</a:t>
            </a:r>
            <a:r>
              <a:rPr lang="da-DK" dirty="0"/>
              <a:t>	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</a:t>
            </a:r>
          </a:p>
          <a:p>
            <a:pPr lvl="2"/>
            <a:r>
              <a:rPr lang="da-DK" dirty="0"/>
              <a:t>Propyl	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</a:t>
            </a:r>
          </a:p>
          <a:p>
            <a:pPr lvl="2"/>
            <a:r>
              <a:rPr lang="da-DK" dirty="0"/>
              <a:t>Butyl        CH</a:t>
            </a:r>
            <a:r>
              <a:rPr lang="da-DK" baseline="-25000" dirty="0"/>
              <a:t>3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-CH</a:t>
            </a:r>
            <a:r>
              <a:rPr lang="da-DK" baseline="-25000" dirty="0"/>
              <a:t>2</a:t>
            </a:r>
            <a:r>
              <a:rPr lang="da-DK" dirty="0"/>
              <a:t>--CH</a:t>
            </a:r>
            <a:r>
              <a:rPr lang="da-DK" baseline="-25000" dirty="0"/>
              <a:t>2</a:t>
            </a:r>
            <a:r>
              <a:rPr lang="da-DK" dirty="0"/>
              <a:t>-</a:t>
            </a:r>
          </a:p>
          <a:p>
            <a:pPr lvl="2"/>
            <a:r>
              <a:rPr lang="da-DK" dirty="0" err="1"/>
              <a:t>osv</a:t>
            </a:r>
            <a:endParaRPr lang="da-DK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868E1C62-CBA3-4F2F-A55E-EFDCD45D76EC}"/>
                  </a:ext>
                </a:extLst>
              </p14:cNvPr>
              <p14:cNvContentPartPr/>
              <p14:nvPr/>
            </p14:nvContentPartPr>
            <p14:xfrm>
              <a:off x="1594551" y="4979684"/>
              <a:ext cx="2931480" cy="1734120"/>
            </p14:xfrm>
          </p:contentPart>
        </mc:Choice>
        <mc:Fallback xmlns=""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868E1C62-CBA3-4F2F-A55E-EFDCD45D76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5551" y="4971044"/>
                <a:ext cx="2949120" cy="175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pe 12">
            <a:extLst>
              <a:ext uri="{FF2B5EF4-FFF2-40B4-BE49-F238E27FC236}">
                <a16:creationId xmlns:a16="http://schemas.microsoft.com/office/drawing/2014/main" id="{083C5BA5-8A38-497D-8D58-4313191A1495}"/>
              </a:ext>
            </a:extLst>
          </p:cNvPr>
          <p:cNvGrpSpPr/>
          <p:nvPr/>
        </p:nvGrpSpPr>
        <p:grpSpPr>
          <a:xfrm>
            <a:off x="1198911" y="3963764"/>
            <a:ext cx="29160" cy="222840"/>
            <a:chOff x="1198911" y="3963764"/>
            <a:chExt cx="2916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Håndskrift 9">
                  <a:extLst>
                    <a:ext uri="{FF2B5EF4-FFF2-40B4-BE49-F238E27FC236}">
                      <a16:creationId xmlns:a16="http://schemas.microsoft.com/office/drawing/2014/main" id="{8F19C1FA-0A7F-4891-9AEB-103C53618AEA}"/>
                    </a:ext>
                  </a:extLst>
                </p14:cNvPr>
                <p14:cNvContentPartPr/>
                <p14:nvPr/>
              </p14:nvContentPartPr>
              <p14:xfrm>
                <a:off x="1225911" y="3964844"/>
                <a:ext cx="2160" cy="16560"/>
              </p14:xfrm>
            </p:contentPart>
          </mc:Choice>
          <mc:Fallback xmlns="">
            <p:pic>
              <p:nvPicPr>
                <p:cNvPr id="10" name="Håndskrift 9">
                  <a:extLst>
                    <a:ext uri="{FF2B5EF4-FFF2-40B4-BE49-F238E27FC236}">
                      <a16:creationId xmlns:a16="http://schemas.microsoft.com/office/drawing/2014/main" id="{8F19C1FA-0A7F-4891-9AEB-103C53618A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6911" y="3956204"/>
                  <a:ext cx="19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Håndskrift 10">
                  <a:extLst>
                    <a:ext uri="{FF2B5EF4-FFF2-40B4-BE49-F238E27FC236}">
                      <a16:creationId xmlns:a16="http://schemas.microsoft.com/office/drawing/2014/main" id="{AC3DF7E6-DF6A-4247-88C9-DF896AE71E7B}"/>
                    </a:ext>
                  </a:extLst>
                </p14:cNvPr>
                <p14:cNvContentPartPr/>
                <p14:nvPr/>
              </p14:nvContentPartPr>
              <p14:xfrm>
                <a:off x="1198911" y="3963764"/>
                <a:ext cx="23400" cy="222840"/>
              </p14:xfrm>
            </p:contentPart>
          </mc:Choice>
          <mc:Fallback xmlns="">
            <p:pic>
              <p:nvPicPr>
                <p:cNvPr id="11" name="Håndskrift 10">
                  <a:extLst>
                    <a:ext uri="{FF2B5EF4-FFF2-40B4-BE49-F238E27FC236}">
                      <a16:creationId xmlns:a16="http://schemas.microsoft.com/office/drawing/2014/main" id="{AC3DF7E6-DF6A-4247-88C9-DF896AE71E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90271" y="3954764"/>
                  <a:ext cx="4104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Håndskrift 11">
                <a:extLst>
                  <a:ext uri="{FF2B5EF4-FFF2-40B4-BE49-F238E27FC236}">
                    <a16:creationId xmlns:a16="http://schemas.microsoft.com/office/drawing/2014/main" id="{3A0F2289-71E7-4E72-88BB-13E4A68ADC2E}"/>
                  </a:ext>
                </a:extLst>
              </p14:cNvPr>
              <p14:cNvContentPartPr/>
              <p14:nvPr/>
            </p14:nvContentPartPr>
            <p14:xfrm>
              <a:off x="2350911" y="3507644"/>
              <a:ext cx="236880" cy="154080"/>
            </p14:xfrm>
          </p:contentPart>
        </mc:Choice>
        <mc:Fallback xmlns="">
          <p:pic>
            <p:nvPicPr>
              <p:cNvPr id="12" name="Håndskrift 11">
                <a:extLst>
                  <a:ext uri="{FF2B5EF4-FFF2-40B4-BE49-F238E27FC236}">
                    <a16:creationId xmlns:a16="http://schemas.microsoft.com/office/drawing/2014/main" id="{3A0F2289-71E7-4E72-88BB-13E4A68ADC2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41911" y="3498644"/>
                <a:ext cx="2545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Håndskrift 13">
                <a:extLst>
                  <a:ext uri="{FF2B5EF4-FFF2-40B4-BE49-F238E27FC236}">
                    <a16:creationId xmlns:a16="http://schemas.microsoft.com/office/drawing/2014/main" id="{FAD8BC35-EF41-4B0D-B4D7-EFA773990EAA}"/>
                  </a:ext>
                </a:extLst>
              </p14:cNvPr>
              <p14:cNvContentPartPr/>
              <p14:nvPr/>
            </p14:nvContentPartPr>
            <p14:xfrm>
              <a:off x="3284031" y="4151684"/>
              <a:ext cx="183600" cy="240480"/>
            </p14:xfrm>
          </p:contentPart>
        </mc:Choice>
        <mc:Fallback xmlns="">
          <p:pic>
            <p:nvPicPr>
              <p:cNvPr id="14" name="Håndskrift 13">
                <a:extLst>
                  <a:ext uri="{FF2B5EF4-FFF2-40B4-BE49-F238E27FC236}">
                    <a16:creationId xmlns:a16="http://schemas.microsoft.com/office/drawing/2014/main" id="{FAD8BC35-EF41-4B0D-B4D7-EFA773990E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75391" y="4142684"/>
                <a:ext cx="201240" cy="25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uppe 16">
            <a:extLst>
              <a:ext uri="{FF2B5EF4-FFF2-40B4-BE49-F238E27FC236}">
                <a16:creationId xmlns:a16="http://schemas.microsoft.com/office/drawing/2014/main" id="{55FD8B5A-9D13-4884-BF46-174A8CABB579}"/>
              </a:ext>
            </a:extLst>
          </p:cNvPr>
          <p:cNvGrpSpPr/>
          <p:nvPr/>
        </p:nvGrpSpPr>
        <p:grpSpPr>
          <a:xfrm>
            <a:off x="4474551" y="3554804"/>
            <a:ext cx="141840" cy="270000"/>
            <a:chOff x="4474551" y="3554804"/>
            <a:chExt cx="14184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Håndskrift 14">
                  <a:extLst>
                    <a:ext uri="{FF2B5EF4-FFF2-40B4-BE49-F238E27FC236}">
                      <a16:creationId xmlns:a16="http://schemas.microsoft.com/office/drawing/2014/main" id="{5ABD2883-B036-4122-B9AA-75166E75DF3E}"/>
                    </a:ext>
                  </a:extLst>
                </p14:cNvPr>
                <p14:cNvContentPartPr/>
                <p14:nvPr/>
              </p14:nvContentPartPr>
              <p14:xfrm>
                <a:off x="4474551" y="3554804"/>
                <a:ext cx="134640" cy="186840"/>
              </p14:xfrm>
            </p:contentPart>
          </mc:Choice>
          <mc:Fallback xmlns="">
            <p:pic>
              <p:nvPicPr>
                <p:cNvPr id="15" name="Håndskrift 14">
                  <a:extLst>
                    <a:ext uri="{FF2B5EF4-FFF2-40B4-BE49-F238E27FC236}">
                      <a16:creationId xmlns:a16="http://schemas.microsoft.com/office/drawing/2014/main" id="{5ABD2883-B036-4122-B9AA-75166E75DF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65911" y="3545804"/>
                  <a:ext cx="152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Håndskrift 15">
                  <a:extLst>
                    <a:ext uri="{FF2B5EF4-FFF2-40B4-BE49-F238E27FC236}">
                      <a16:creationId xmlns:a16="http://schemas.microsoft.com/office/drawing/2014/main" id="{61696F18-CC00-40E7-B8FE-36B348B37925}"/>
                    </a:ext>
                  </a:extLst>
                </p14:cNvPr>
                <p14:cNvContentPartPr/>
                <p14:nvPr/>
              </p14:nvContentPartPr>
              <p14:xfrm>
                <a:off x="4605231" y="3646964"/>
                <a:ext cx="11160" cy="177840"/>
              </p14:xfrm>
            </p:contentPart>
          </mc:Choice>
          <mc:Fallback xmlns="">
            <p:pic>
              <p:nvPicPr>
                <p:cNvPr id="16" name="Håndskrift 15">
                  <a:extLst>
                    <a:ext uri="{FF2B5EF4-FFF2-40B4-BE49-F238E27FC236}">
                      <a16:creationId xmlns:a16="http://schemas.microsoft.com/office/drawing/2014/main" id="{61696F18-CC00-40E7-B8FE-36B348B379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96231" y="3637964"/>
                  <a:ext cx="288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pe 21">
            <a:extLst>
              <a:ext uri="{FF2B5EF4-FFF2-40B4-BE49-F238E27FC236}">
                <a16:creationId xmlns:a16="http://schemas.microsoft.com/office/drawing/2014/main" id="{91362939-0394-4B28-93F9-C66C050FEE55}"/>
              </a:ext>
            </a:extLst>
          </p:cNvPr>
          <p:cNvGrpSpPr/>
          <p:nvPr/>
        </p:nvGrpSpPr>
        <p:grpSpPr>
          <a:xfrm>
            <a:off x="5500911" y="4023164"/>
            <a:ext cx="180000" cy="311400"/>
            <a:chOff x="5500911" y="4023164"/>
            <a:chExt cx="18000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Håndskrift 17">
                  <a:extLst>
                    <a:ext uri="{FF2B5EF4-FFF2-40B4-BE49-F238E27FC236}">
                      <a16:creationId xmlns:a16="http://schemas.microsoft.com/office/drawing/2014/main" id="{CA6A17E2-58FD-4247-9D08-CC10C216E987}"/>
                    </a:ext>
                  </a:extLst>
                </p14:cNvPr>
                <p14:cNvContentPartPr/>
                <p14:nvPr/>
              </p14:nvContentPartPr>
              <p14:xfrm>
                <a:off x="5543391" y="4059164"/>
                <a:ext cx="10440" cy="6120"/>
              </p14:xfrm>
            </p:contentPart>
          </mc:Choice>
          <mc:Fallback xmlns="">
            <p:pic>
              <p:nvPicPr>
                <p:cNvPr id="18" name="Håndskrift 17">
                  <a:extLst>
                    <a:ext uri="{FF2B5EF4-FFF2-40B4-BE49-F238E27FC236}">
                      <a16:creationId xmlns:a16="http://schemas.microsoft.com/office/drawing/2014/main" id="{CA6A17E2-58FD-4247-9D08-CC10C216E9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34751" y="4050524"/>
                  <a:ext cx="2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Håndskrift 18">
                  <a:extLst>
                    <a:ext uri="{FF2B5EF4-FFF2-40B4-BE49-F238E27FC236}">
                      <a16:creationId xmlns:a16="http://schemas.microsoft.com/office/drawing/2014/main" id="{CE13E67D-1D6B-4101-9120-2EE86E8CC174}"/>
                    </a:ext>
                  </a:extLst>
                </p14:cNvPr>
                <p14:cNvContentPartPr/>
                <p14:nvPr/>
              </p14:nvContentPartPr>
              <p14:xfrm>
                <a:off x="5500911" y="4069964"/>
                <a:ext cx="163440" cy="264600"/>
              </p14:xfrm>
            </p:contentPart>
          </mc:Choice>
          <mc:Fallback xmlns="">
            <p:pic>
              <p:nvPicPr>
                <p:cNvPr id="19" name="Håndskrift 18">
                  <a:extLst>
                    <a:ext uri="{FF2B5EF4-FFF2-40B4-BE49-F238E27FC236}">
                      <a16:creationId xmlns:a16="http://schemas.microsoft.com/office/drawing/2014/main" id="{CE13E67D-1D6B-4101-9120-2EE86E8CC1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91911" y="4060964"/>
                  <a:ext cx="1810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Håndskrift 19">
                  <a:extLst>
                    <a:ext uri="{FF2B5EF4-FFF2-40B4-BE49-F238E27FC236}">
                      <a16:creationId xmlns:a16="http://schemas.microsoft.com/office/drawing/2014/main" id="{482ADED3-4738-4623-B0D2-C691EE070D40}"/>
                    </a:ext>
                  </a:extLst>
                </p14:cNvPr>
                <p14:cNvContentPartPr/>
                <p14:nvPr/>
              </p14:nvContentPartPr>
              <p14:xfrm>
                <a:off x="5514951" y="4023164"/>
                <a:ext cx="165960" cy="64440"/>
              </p14:xfrm>
            </p:contentPart>
          </mc:Choice>
          <mc:Fallback xmlns="">
            <p:pic>
              <p:nvPicPr>
                <p:cNvPr id="20" name="Håndskrift 19">
                  <a:extLst>
                    <a:ext uri="{FF2B5EF4-FFF2-40B4-BE49-F238E27FC236}">
                      <a16:creationId xmlns:a16="http://schemas.microsoft.com/office/drawing/2014/main" id="{482ADED3-4738-4623-B0D2-C691EE070D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06311" y="4014164"/>
                  <a:ext cx="183600" cy="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Håndskrift 20">
                <a:extLst>
                  <a:ext uri="{FF2B5EF4-FFF2-40B4-BE49-F238E27FC236}">
                    <a16:creationId xmlns:a16="http://schemas.microsoft.com/office/drawing/2014/main" id="{AF53FDE5-4B17-4022-AD9B-EB310F409C17}"/>
                  </a:ext>
                </a:extLst>
              </p14:cNvPr>
              <p14:cNvContentPartPr/>
              <p14:nvPr/>
            </p14:nvContentPartPr>
            <p14:xfrm>
              <a:off x="6569751" y="3450404"/>
              <a:ext cx="114480" cy="246600"/>
            </p14:xfrm>
          </p:contentPart>
        </mc:Choice>
        <mc:Fallback xmlns="">
          <p:pic>
            <p:nvPicPr>
              <p:cNvPr id="21" name="Håndskrift 20">
                <a:extLst>
                  <a:ext uri="{FF2B5EF4-FFF2-40B4-BE49-F238E27FC236}">
                    <a16:creationId xmlns:a16="http://schemas.microsoft.com/office/drawing/2014/main" id="{AF53FDE5-4B17-4022-AD9B-EB310F409C1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60751" y="3441404"/>
                <a:ext cx="13212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pe 24">
            <a:extLst>
              <a:ext uri="{FF2B5EF4-FFF2-40B4-BE49-F238E27FC236}">
                <a16:creationId xmlns:a16="http://schemas.microsoft.com/office/drawing/2014/main" id="{FBEC9941-5800-41D7-B436-E7E55E34C13A}"/>
              </a:ext>
            </a:extLst>
          </p:cNvPr>
          <p:cNvGrpSpPr/>
          <p:nvPr/>
        </p:nvGrpSpPr>
        <p:grpSpPr>
          <a:xfrm>
            <a:off x="7593231" y="4168964"/>
            <a:ext cx="327600" cy="302760"/>
            <a:chOff x="7593231" y="4168964"/>
            <a:chExt cx="32760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Håndskrift 22">
                  <a:extLst>
                    <a:ext uri="{FF2B5EF4-FFF2-40B4-BE49-F238E27FC236}">
                      <a16:creationId xmlns:a16="http://schemas.microsoft.com/office/drawing/2014/main" id="{614EDDBE-9D74-4ED8-A178-81B2A334BE87}"/>
                    </a:ext>
                  </a:extLst>
                </p14:cNvPr>
                <p14:cNvContentPartPr/>
                <p14:nvPr/>
              </p14:nvContentPartPr>
              <p14:xfrm>
                <a:off x="7593231" y="4168964"/>
                <a:ext cx="206280" cy="302760"/>
              </p14:xfrm>
            </p:contentPart>
          </mc:Choice>
          <mc:Fallback xmlns="">
            <p:pic>
              <p:nvPicPr>
                <p:cNvPr id="23" name="Håndskrift 22">
                  <a:extLst>
                    <a:ext uri="{FF2B5EF4-FFF2-40B4-BE49-F238E27FC236}">
                      <a16:creationId xmlns:a16="http://schemas.microsoft.com/office/drawing/2014/main" id="{614EDDBE-9D74-4ED8-A178-81B2A334BE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84231" y="4159964"/>
                  <a:ext cx="223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Håndskrift 23">
                  <a:extLst>
                    <a:ext uri="{FF2B5EF4-FFF2-40B4-BE49-F238E27FC236}">
                      <a16:creationId xmlns:a16="http://schemas.microsoft.com/office/drawing/2014/main" id="{DDBA7EF6-C9B7-4AB4-BCC8-B3A13FC08DEE}"/>
                    </a:ext>
                  </a:extLst>
                </p14:cNvPr>
                <p14:cNvContentPartPr/>
                <p14:nvPr/>
              </p14:nvContentPartPr>
              <p14:xfrm>
                <a:off x="7624191" y="4342844"/>
                <a:ext cx="296640" cy="7920"/>
              </p14:xfrm>
            </p:contentPart>
          </mc:Choice>
          <mc:Fallback xmlns="">
            <p:pic>
              <p:nvPicPr>
                <p:cNvPr id="24" name="Håndskrift 23">
                  <a:extLst>
                    <a:ext uri="{FF2B5EF4-FFF2-40B4-BE49-F238E27FC236}">
                      <a16:creationId xmlns:a16="http://schemas.microsoft.com/office/drawing/2014/main" id="{DDBA7EF6-C9B7-4AB4-BCC8-B3A13FC08DE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15551" y="4334204"/>
                  <a:ext cx="31428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Håndskrift 25">
                <a:extLst>
                  <a:ext uri="{FF2B5EF4-FFF2-40B4-BE49-F238E27FC236}">
                    <a16:creationId xmlns:a16="http://schemas.microsoft.com/office/drawing/2014/main" id="{3C775C81-324F-4A68-B473-06D4FFF63274}"/>
                  </a:ext>
                </a:extLst>
              </p14:cNvPr>
              <p14:cNvContentPartPr/>
              <p14:nvPr/>
            </p14:nvContentPartPr>
            <p14:xfrm>
              <a:off x="4763631" y="669764"/>
              <a:ext cx="7560" cy="3240"/>
            </p14:xfrm>
          </p:contentPart>
        </mc:Choice>
        <mc:Fallback xmlns="">
          <p:pic>
            <p:nvPicPr>
              <p:cNvPr id="26" name="Håndskrift 25">
                <a:extLst>
                  <a:ext uri="{FF2B5EF4-FFF2-40B4-BE49-F238E27FC236}">
                    <a16:creationId xmlns:a16="http://schemas.microsoft.com/office/drawing/2014/main" id="{3C775C81-324F-4A68-B473-06D4FFF632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09991" y="562124"/>
                <a:ext cx="1152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Håndskrift 26">
                <a:extLst>
                  <a:ext uri="{FF2B5EF4-FFF2-40B4-BE49-F238E27FC236}">
                    <a16:creationId xmlns:a16="http://schemas.microsoft.com/office/drawing/2014/main" id="{6856EC47-4583-495F-B064-3728E59EFBA6}"/>
                  </a:ext>
                </a:extLst>
              </p14:cNvPr>
              <p14:cNvContentPartPr/>
              <p14:nvPr/>
            </p14:nvContentPartPr>
            <p14:xfrm>
              <a:off x="4751031" y="594524"/>
              <a:ext cx="1374120" cy="148680"/>
            </p14:xfrm>
          </p:contentPart>
        </mc:Choice>
        <mc:Fallback xmlns="">
          <p:pic>
            <p:nvPicPr>
              <p:cNvPr id="27" name="Håndskrift 26">
                <a:extLst>
                  <a:ext uri="{FF2B5EF4-FFF2-40B4-BE49-F238E27FC236}">
                    <a16:creationId xmlns:a16="http://schemas.microsoft.com/office/drawing/2014/main" id="{6856EC47-4583-495F-B064-3728E59EFBA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97391" y="486524"/>
                <a:ext cx="148176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Håndskrift 27">
                <a:extLst>
                  <a:ext uri="{FF2B5EF4-FFF2-40B4-BE49-F238E27FC236}">
                    <a16:creationId xmlns:a16="http://schemas.microsoft.com/office/drawing/2014/main" id="{CB5D1FEE-FDE8-4F39-82A8-FC64E18E1AFE}"/>
                  </a:ext>
                </a:extLst>
              </p14:cNvPr>
              <p14:cNvContentPartPr/>
              <p14:nvPr/>
            </p14:nvContentPartPr>
            <p14:xfrm>
              <a:off x="560991" y="1452044"/>
              <a:ext cx="1003680" cy="19440"/>
            </p14:xfrm>
          </p:contentPart>
        </mc:Choice>
        <mc:Fallback xmlns="">
          <p:pic>
            <p:nvPicPr>
              <p:cNvPr id="28" name="Håndskrift 27">
                <a:extLst>
                  <a:ext uri="{FF2B5EF4-FFF2-40B4-BE49-F238E27FC236}">
                    <a16:creationId xmlns:a16="http://schemas.microsoft.com/office/drawing/2014/main" id="{CB5D1FEE-FDE8-4F39-82A8-FC64E18E1AF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7351" y="1344044"/>
                <a:ext cx="1111320" cy="2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59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455</Words>
  <Application>Microsoft Office PowerPoint</Application>
  <PresentationFormat>Skærmshow (4:3)</PresentationFormat>
  <Paragraphs>136</Paragraphs>
  <Slides>47</Slides>
  <Notes>0</Notes>
  <HiddenSlides>0</HiddenSlides>
  <MMClips>0</MMClips>
  <ScaleCrop>false</ScaleCrop>
  <HeadingPairs>
    <vt:vector size="8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Integrerede OLE-servere</vt:lpstr>
      </vt:variant>
      <vt:variant>
        <vt:i4>1</vt:i4>
      </vt:variant>
      <vt:variant>
        <vt:lpstr>Slidetitler</vt:lpstr>
      </vt:variant>
      <vt:variant>
        <vt:i4>47</vt:i4>
      </vt:variant>
    </vt:vector>
  </HeadingPairs>
  <TitlesOfParts>
    <vt:vector size="51" baseType="lpstr">
      <vt:lpstr>Arial</vt:lpstr>
      <vt:lpstr>Calibri</vt:lpstr>
      <vt:lpstr>Kontortema</vt:lpstr>
      <vt:lpstr>ChemSketch</vt:lpstr>
      <vt:lpstr>Navngivningsregler</vt:lpstr>
      <vt:lpstr>Alkaner  CnH2n+2  </vt:lpstr>
      <vt:lpstr>De ti første uforgrenede alkaner …</vt:lpstr>
      <vt:lpstr>De ti første uforgrenede alkaner …</vt:lpstr>
      <vt:lpstr>De ti første uforgrenede alkaner …</vt:lpstr>
      <vt:lpstr>De ti første uforgrenede alkaner …</vt:lpstr>
      <vt:lpstr>De ti første uforgrenede alkaner …</vt:lpstr>
      <vt:lpstr>De ti første uforgrenede alkaner …</vt:lpstr>
      <vt:lpstr>De ti første uforgrenede alkaner …</vt:lpstr>
      <vt:lpstr>De ti første uforgrenede alkaner …</vt:lpstr>
      <vt:lpstr>De ti første uforgrenede alkaner …</vt:lpstr>
      <vt:lpstr>De ti første uforgrenede alkaner …</vt:lpstr>
      <vt:lpstr>Eller lidt hurtigere …</vt:lpstr>
      <vt:lpstr>Eller lidt hurtigere …</vt:lpstr>
      <vt:lpstr>Eller lidt hurtigere …</vt:lpstr>
      <vt:lpstr>Eller lidt hurtigere …</vt:lpstr>
      <vt:lpstr>Eller lidt hurtigere …</vt:lpstr>
      <vt:lpstr>Eller lidt hurtigere …</vt:lpstr>
      <vt:lpstr>Eller lidt hurtigere …</vt:lpstr>
      <vt:lpstr>Eller lidt hurtigere …</vt:lpstr>
      <vt:lpstr>Eller lidt hurtigere …</vt:lpstr>
      <vt:lpstr>Eller lidt hurtigere …</vt:lpstr>
      <vt:lpstr>Eller hurtigere endnu!</vt:lpstr>
      <vt:lpstr>Eller hurtigere endnu!</vt:lpstr>
      <vt:lpstr>Eller hurtigere endnu!</vt:lpstr>
      <vt:lpstr>Eller hurtigere endnu!</vt:lpstr>
      <vt:lpstr>Eller hurtigere endnu!</vt:lpstr>
      <vt:lpstr>Eller hurtigere endnu!</vt:lpstr>
      <vt:lpstr>Eller hurtigere endnu!</vt:lpstr>
      <vt:lpstr>Eller hurtigere endnu!</vt:lpstr>
      <vt:lpstr>Eller hurtigere endnu!</vt:lpstr>
      <vt:lpstr>Eller hurtigere endnu!</vt:lpstr>
      <vt:lpstr>Navngiv</vt:lpstr>
      <vt:lpstr>Navngivningsreglerne</vt:lpstr>
      <vt:lpstr>Navngivningsreglerne</vt:lpstr>
      <vt:lpstr>Navngivningsreglerne</vt:lpstr>
      <vt:lpstr>Navngivningsreglerne</vt:lpstr>
      <vt:lpstr>Navngivningsreglerne</vt:lpstr>
      <vt:lpstr>Navngivningsreglerne</vt:lpstr>
      <vt:lpstr>Navngivningsreglerne</vt:lpstr>
      <vt:lpstr>Navngivningsreglerne</vt:lpstr>
      <vt:lpstr>Navngivningsreglerne</vt:lpstr>
      <vt:lpstr>Navngivningsreglerne</vt:lpstr>
      <vt:lpstr>Navngivningsreglerne</vt:lpstr>
      <vt:lpstr>Navngivningsreglerne</vt:lpstr>
      <vt:lpstr>Navngivningsreglerne</vt:lpstr>
      <vt:lpstr>Navngiv</vt:lpstr>
    </vt:vector>
  </TitlesOfParts>
  <Company>Syddansk Erhvervsskole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Susanne Holst</dc:creator>
  <cp:lastModifiedBy>Charlotte Lena Boesen</cp:lastModifiedBy>
  <cp:revision>44</cp:revision>
  <dcterms:created xsi:type="dcterms:W3CDTF">2015-01-02T10:55:57Z</dcterms:created>
  <dcterms:modified xsi:type="dcterms:W3CDTF">2025-05-07T11:44:48Z</dcterms:modified>
</cp:coreProperties>
</file>